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77" r:id="rId6"/>
    <p:sldId id="284" r:id="rId7"/>
    <p:sldId id="287" r:id="rId8"/>
    <p:sldId id="286" r:id="rId9"/>
    <p:sldId id="290" r:id="rId10"/>
    <p:sldId id="292" r:id="rId11"/>
    <p:sldId id="293" r:id="rId12"/>
    <p:sldId id="294" r:id="rId13"/>
    <p:sldId id="263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3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nia Sultana" userId="f57bb8b771aed2e8" providerId="LiveId" clId="{5BBE0D3F-8ECA-41F3-BE52-2F070F810F2E}"/>
    <pc:docChg chg="undo custSel addSld delSld modSld sldOrd modMainMaster">
      <pc:chgData name="Jinnia Sultana" userId="f57bb8b771aed2e8" providerId="LiveId" clId="{5BBE0D3F-8ECA-41F3-BE52-2F070F810F2E}" dt="2026-01-15T04:43:33.493" v="201" actId="20577"/>
      <pc:docMkLst>
        <pc:docMk/>
      </pc:docMkLst>
      <pc:sldChg chg="modSp mod">
        <pc:chgData name="Jinnia Sultana" userId="f57bb8b771aed2e8" providerId="LiveId" clId="{5BBE0D3F-8ECA-41F3-BE52-2F070F810F2E}" dt="2026-01-14T22:31:53.258" v="134" actId="14100"/>
        <pc:sldMkLst>
          <pc:docMk/>
          <pc:sldMk cId="627911590" sldId="263"/>
        </pc:sldMkLst>
        <pc:spChg chg="mod">
          <ac:chgData name="Jinnia Sultana" userId="f57bb8b771aed2e8" providerId="LiveId" clId="{5BBE0D3F-8ECA-41F3-BE52-2F070F810F2E}" dt="2026-01-14T22:31:53.258" v="134" actId="14100"/>
          <ac:spMkLst>
            <pc:docMk/>
            <pc:sldMk cId="627911590" sldId="263"/>
            <ac:spMk id="15" creationId="{C0F72B4D-79A6-4A2F-B2D7-96A711518C75}"/>
          </ac:spMkLst>
        </pc:spChg>
      </pc:sldChg>
      <pc:sldChg chg="modSp mod">
        <pc:chgData name="Jinnia Sultana" userId="f57bb8b771aed2e8" providerId="LiveId" clId="{5BBE0D3F-8ECA-41F3-BE52-2F070F810F2E}" dt="2026-01-15T03:58:02.006" v="180" actId="20577"/>
        <pc:sldMkLst>
          <pc:docMk/>
          <pc:sldMk cId="2243494996" sldId="277"/>
        </pc:sldMkLst>
        <pc:spChg chg="mod">
          <ac:chgData name="Jinnia Sultana" userId="f57bb8b771aed2e8" providerId="LiveId" clId="{5BBE0D3F-8ECA-41F3-BE52-2F070F810F2E}" dt="2026-01-15T03:58:02.006" v="180" actId="20577"/>
          <ac:spMkLst>
            <pc:docMk/>
            <pc:sldMk cId="2243494996" sldId="277"/>
            <ac:spMk id="3" creationId="{35E3EA69-4E0E-41BD-8095-A124225A2647}"/>
          </ac:spMkLst>
        </pc:spChg>
      </pc:sldChg>
      <pc:sldChg chg="modSp mod">
        <pc:chgData name="Jinnia Sultana" userId="f57bb8b771aed2e8" providerId="LiveId" clId="{5BBE0D3F-8ECA-41F3-BE52-2F070F810F2E}" dt="2026-01-15T04:43:33.493" v="201" actId="20577"/>
        <pc:sldMkLst>
          <pc:docMk/>
          <pc:sldMk cId="532911983" sldId="286"/>
        </pc:sldMkLst>
        <pc:spChg chg="mod">
          <ac:chgData name="Jinnia Sultana" userId="f57bb8b771aed2e8" providerId="LiveId" clId="{5BBE0D3F-8ECA-41F3-BE52-2F070F810F2E}" dt="2026-01-15T04:43:33.493" v="201" actId="20577"/>
          <ac:spMkLst>
            <pc:docMk/>
            <pc:sldMk cId="532911983" sldId="286"/>
            <ac:spMk id="10" creationId="{6BBB127D-37D5-4059-805F-52F79000CE3D}"/>
          </ac:spMkLst>
        </pc:spChg>
      </pc:sldChg>
      <pc:sldChg chg="modSp mod">
        <pc:chgData name="Jinnia Sultana" userId="f57bb8b771aed2e8" providerId="LiveId" clId="{5BBE0D3F-8ECA-41F3-BE52-2F070F810F2E}" dt="2026-01-14T22:32:06.181" v="139" actId="14100"/>
        <pc:sldMkLst>
          <pc:docMk/>
          <pc:sldMk cId="3242998563" sldId="289"/>
        </pc:sldMkLst>
        <pc:spChg chg="mod">
          <ac:chgData name="Jinnia Sultana" userId="f57bb8b771aed2e8" providerId="LiveId" clId="{5BBE0D3F-8ECA-41F3-BE52-2F070F810F2E}" dt="2026-01-14T22:32:06.181" v="139" actId="14100"/>
          <ac:spMkLst>
            <pc:docMk/>
            <pc:sldMk cId="3242998563" sldId="289"/>
            <ac:spMk id="3" creationId="{24AFFC60-19C3-4901-93F7-7AAF4C09F8C6}"/>
          </ac:spMkLst>
        </pc:spChg>
      </pc:sldChg>
      <pc:sldChg chg="addSp delSp modSp new mod ord modClrScheme chgLayout">
        <pc:chgData name="Jinnia Sultana" userId="f57bb8b771aed2e8" providerId="LiveId" clId="{5BBE0D3F-8ECA-41F3-BE52-2F070F810F2E}" dt="2026-01-14T22:33:02.844" v="147" actId="403"/>
        <pc:sldMkLst>
          <pc:docMk/>
          <pc:sldMk cId="3927617949" sldId="290"/>
        </pc:sldMkLst>
        <pc:spChg chg="del mod ord">
          <ac:chgData name="Jinnia Sultana" userId="f57bb8b771aed2e8" providerId="LiveId" clId="{5BBE0D3F-8ECA-41F3-BE52-2F070F810F2E}" dt="2026-01-14T22:21:06.438" v="1" actId="700"/>
          <ac:spMkLst>
            <pc:docMk/>
            <pc:sldMk cId="3927617949" sldId="290"/>
            <ac:spMk id="2" creationId="{9D3B1D6C-B0DF-43E8-883D-43F26FC24353}"/>
          </ac:spMkLst>
        </pc:spChg>
        <pc:spChg chg="del mod ord">
          <ac:chgData name="Jinnia Sultana" userId="f57bb8b771aed2e8" providerId="LiveId" clId="{5BBE0D3F-8ECA-41F3-BE52-2F070F810F2E}" dt="2026-01-14T22:21:06.438" v="1" actId="700"/>
          <ac:spMkLst>
            <pc:docMk/>
            <pc:sldMk cId="3927617949" sldId="290"/>
            <ac:spMk id="3" creationId="{373915F7-7C87-437A-A49A-42091BA016CD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4" creationId="{56CA9054-371A-4F19-9FF2-45F98D952DF2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5" creationId="{52590382-9183-4EB4-9B14-9BC4F45E87EA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6" creationId="{F7942E0D-B65F-4291-A4F1-93C567F99C64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7" creationId="{444FCCEB-35E7-40D8-81F2-30F40953B515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8" creationId="{E6AA64E6-0F49-4AFF-87E3-C6441F7A43D2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9" creationId="{CF7BDECB-A584-4BF0-9036-F76F6F3991A1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10" creationId="{A3B103E5-CE2B-4B54-9E7E-09D4991721D0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11" creationId="{88566A9E-CD35-4E4B-99FF-9418AFA66885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12" creationId="{2CD69629-BEE3-49A1-860E-B4ACF5037159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13" creationId="{A320EF6D-C25E-4C26-89CB-5473B62B3BCF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14" creationId="{8C78598A-E186-486D-8948-684D9540C5D0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15" creationId="{DBBE6B42-4736-4D24-9C60-B335E5CC7F26}"/>
          </ac:spMkLst>
        </pc:spChg>
        <pc:spChg chg="add del mod ord">
          <ac:chgData name="Jinnia Sultana" userId="f57bb8b771aed2e8" providerId="LiveId" clId="{5BBE0D3F-8ECA-41F3-BE52-2F070F810F2E}" dt="2026-01-14T22:24:07.573" v="27" actId="700"/>
          <ac:spMkLst>
            <pc:docMk/>
            <pc:sldMk cId="3927617949" sldId="290"/>
            <ac:spMk id="16" creationId="{3F5736DE-DE79-492C-B46B-E23362771AD4}"/>
          </ac:spMkLst>
        </pc:spChg>
        <pc:spChg chg="add mod ord">
          <ac:chgData name="Jinnia Sultana" userId="f57bb8b771aed2e8" providerId="LiveId" clId="{5BBE0D3F-8ECA-41F3-BE52-2F070F810F2E}" dt="2026-01-14T22:29:07.874" v="98" actId="1076"/>
          <ac:spMkLst>
            <pc:docMk/>
            <pc:sldMk cId="3927617949" sldId="290"/>
            <ac:spMk id="17" creationId="{FCA0943F-BB7F-456D-B701-A0E600F5F784}"/>
          </ac:spMkLst>
        </pc:spChg>
        <pc:spChg chg="add mod">
          <ac:chgData name="Jinnia Sultana" userId="f57bb8b771aed2e8" providerId="LiveId" clId="{5BBE0D3F-8ECA-41F3-BE52-2F070F810F2E}" dt="2026-01-14T22:33:02.844" v="147" actId="403"/>
          <ac:spMkLst>
            <pc:docMk/>
            <pc:sldMk cId="3927617949" sldId="290"/>
            <ac:spMk id="20" creationId="{3EC60590-A4A8-4C07-9104-9BC7EDF24A8E}"/>
          </ac:spMkLst>
        </pc:spChg>
        <pc:picChg chg="add mod">
          <ac:chgData name="Jinnia Sultana" userId="f57bb8b771aed2e8" providerId="LiveId" clId="{5BBE0D3F-8ECA-41F3-BE52-2F070F810F2E}" dt="2026-01-14T22:28:57.948" v="97" actId="1076"/>
          <ac:picMkLst>
            <pc:docMk/>
            <pc:sldMk cId="3927617949" sldId="290"/>
            <ac:picMk id="19" creationId="{32520755-8869-4F6F-8B1B-0BDEE07CDF97}"/>
          </ac:picMkLst>
        </pc:picChg>
      </pc:sldChg>
      <pc:sldChg chg="addSp delSp modSp new del mod ord chgLayout">
        <pc:chgData name="Jinnia Sultana" userId="f57bb8b771aed2e8" providerId="LiveId" clId="{5BBE0D3F-8ECA-41F3-BE52-2F070F810F2E}" dt="2026-01-14T22:26:27.985" v="80" actId="2696"/>
        <pc:sldMkLst>
          <pc:docMk/>
          <pc:sldMk cId="3889417541" sldId="291"/>
        </pc:sldMkLst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2" creationId="{8D365483-70FF-4B60-9F67-C0CAAFE22D9D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3" creationId="{25E5028E-FBDD-4DE2-85F7-8A6269E5B802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4" creationId="{AB7F6C0A-41DB-4180-941C-ED3030966235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5" creationId="{728778DE-C532-4691-A7C5-B81F679C8415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6" creationId="{A74E9052-3AEE-4288-8B3E-6160BE061992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7" creationId="{01A99D68-90A3-40B6-9340-98840D3E1555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8" creationId="{4AE9C42B-B36B-4463-BF29-930D0452B2A3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9" creationId="{775BB3AE-D8DB-4221-86A4-11A10A8F34A0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10" creationId="{028F21FE-CBB4-476E-8B30-140DF3344E78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11" creationId="{DEB289B6-73E0-4CF9-9B75-103D551DBFA1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12" creationId="{2AB1F0AD-9ECC-46A1-92C7-7979C88D5BE9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13" creationId="{2F58E8D4-7316-400A-833E-DF7CA653914E}"/>
          </ac:spMkLst>
        </pc:spChg>
        <pc:spChg chg="del">
          <ac:chgData name="Jinnia Sultana" userId="f57bb8b771aed2e8" providerId="LiveId" clId="{5BBE0D3F-8ECA-41F3-BE52-2F070F810F2E}" dt="2026-01-14T22:21:15.501" v="3" actId="700"/>
          <ac:spMkLst>
            <pc:docMk/>
            <pc:sldMk cId="3889417541" sldId="291"/>
            <ac:spMk id="14" creationId="{28853FC3-0EC0-4F30-BBAB-8969F24FD890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15" creationId="{057EC3C8-FE38-4789-AE7F-760319E64725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16" creationId="{A74574C0-A215-4C6D-8493-4E3B655361BE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17" creationId="{50C2FF7B-0AC0-4724-9FC8-D2083D2D3F2B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18" creationId="{5B990E3D-CAC1-45D0-8510-D08560214799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19" creationId="{E69C2CCB-AC52-4EE6-B5B8-5FCE62BEB25C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20" creationId="{2D043A53-D9AB-4D0A-A853-80F8B205593F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21" creationId="{6BB2B353-BA14-4098-A30D-F8D1E189B6D0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22" creationId="{6E2D28A9-0572-436A-862A-199343553D7B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23" creationId="{99732498-2E86-486D-AE38-1E6D4E7928AF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24" creationId="{47E571E8-7DC5-43E7-9B11-F26368A391D2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25" creationId="{D3781205-2B72-4237-B31F-596A3A37ED41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26" creationId="{5FA35BA0-8978-4D6A-B288-5F483ED836D4}"/>
          </ac:spMkLst>
        </pc:spChg>
        <pc:spChg chg="add del mod ord">
          <ac:chgData name="Jinnia Sultana" userId="f57bb8b771aed2e8" providerId="LiveId" clId="{5BBE0D3F-8ECA-41F3-BE52-2F070F810F2E}" dt="2026-01-14T22:24:13.370" v="28" actId="700"/>
          <ac:spMkLst>
            <pc:docMk/>
            <pc:sldMk cId="3889417541" sldId="291"/>
            <ac:spMk id="27" creationId="{C3AC8424-59E5-4949-8D3F-1C628A9B61BF}"/>
          </ac:spMkLst>
        </pc:spChg>
        <pc:spChg chg="add mod ord">
          <ac:chgData name="Jinnia Sultana" userId="f57bb8b771aed2e8" providerId="LiveId" clId="{5BBE0D3F-8ECA-41F3-BE52-2F070F810F2E}" dt="2026-01-14T22:25:42.712" v="75" actId="1076"/>
          <ac:spMkLst>
            <pc:docMk/>
            <pc:sldMk cId="3889417541" sldId="291"/>
            <ac:spMk id="28" creationId="{3D074571-7A4D-448D-AAEF-5559B9E9EAEA}"/>
          </ac:spMkLst>
        </pc:spChg>
      </pc:sldChg>
      <pc:sldChg chg="addSp modSp add mod ord">
        <pc:chgData name="Jinnia Sultana" userId="f57bb8b771aed2e8" providerId="LiveId" clId="{5BBE0D3F-8ECA-41F3-BE52-2F070F810F2E}" dt="2026-01-14T22:33:35.414" v="155" actId="1076"/>
        <pc:sldMkLst>
          <pc:docMk/>
          <pc:sldMk cId="2152501341" sldId="292"/>
        </pc:sldMkLst>
        <pc:spChg chg="add mod">
          <ac:chgData name="Jinnia Sultana" userId="f57bb8b771aed2e8" providerId="LiveId" clId="{5BBE0D3F-8ECA-41F3-BE52-2F070F810F2E}" dt="2026-01-14T22:33:35.414" v="155" actId="1076"/>
          <ac:spMkLst>
            <pc:docMk/>
            <pc:sldMk cId="2152501341" sldId="292"/>
            <ac:spMk id="4" creationId="{F54859E5-D55B-4B81-8D5E-8130F93838D4}"/>
          </ac:spMkLst>
        </pc:spChg>
        <pc:spChg chg="mod">
          <ac:chgData name="Jinnia Sultana" userId="f57bb8b771aed2e8" providerId="LiveId" clId="{5BBE0D3F-8ECA-41F3-BE52-2F070F810F2E}" dt="2026-01-14T22:29:45.065" v="105" actId="1076"/>
          <ac:spMkLst>
            <pc:docMk/>
            <pc:sldMk cId="2152501341" sldId="292"/>
            <ac:spMk id="17" creationId="{FCA0943F-BB7F-456D-B701-A0E600F5F784}"/>
          </ac:spMkLst>
        </pc:spChg>
        <pc:picChg chg="add mod">
          <ac:chgData name="Jinnia Sultana" userId="f57bb8b771aed2e8" providerId="LiveId" clId="{5BBE0D3F-8ECA-41F3-BE52-2F070F810F2E}" dt="2026-01-14T22:28:20.180" v="92" actId="1076"/>
          <ac:picMkLst>
            <pc:docMk/>
            <pc:sldMk cId="2152501341" sldId="292"/>
            <ac:picMk id="3" creationId="{1DEF1F87-B535-4416-94C6-3ADE3C15D7B1}"/>
          </ac:picMkLst>
        </pc:picChg>
      </pc:sldChg>
      <pc:sldChg chg="add del">
        <pc:chgData name="Jinnia Sultana" userId="f57bb8b771aed2e8" providerId="LiveId" clId="{5BBE0D3F-8ECA-41F3-BE52-2F070F810F2E}" dt="2026-01-14T22:29:14.765" v="99" actId="2696"/>
        <pc:sldMkLst>
          <pc:docMk/>
          <pc:sldMk cId="542614394" sldId="293"/>
        </pc:sldMkLst>
      </pc:sldChg>
      <pc:sldChg chg="addSp delSp modSp add mod">
        <pc:chgData name="Jinnia Sultana" userId="f57bb8b771aed2e8" providerId="LiveId" clId="{5BBE0D3F-8ECA-41F3-BE52-2F070F810F2E}" dt="2026-01-14T22:34:03.511" v="163" actId="1076"/>
        <pc:sldMkLst>
          <pc:docMk/>
          <pc:sldMk cId="3390657126" sldId="293"/>
        </pc:sldMkLst>
        <pc:spChg chg="add mod">
          <ac:chgData name="Jinnia Sultana" userId="f57bb8b771aed2e8" providerId="LiveId" clId="{5BBE0D3F-8ECA-41F3-BE52-2F070F810F2E}" dt="2026-01-14T22:34:03.511" v="163" actId="1076"/>
          <ac:spMkLst>
            <pc:docMk/>
            <pc:sldMk cId="3390657126" sldId="293"/>
            <ac:spMk id="4" creationId="{8CBB8BEE-6B4D-427D-B4F4-1AA11F77DA56}"/>
          </ac:spMkLst>
        </pc:spChg>
        <pc:spChg chg="mod">
          <ac:chgData name="Jinnia Sultana" userId="f57bb8b771aed2e8" providerId="LiveId" clId="{5BBE0D3F-8ECA-41F3-BE52-2F070F810F2E}" dt="2026-01-14T22:30:33.761" v="119" actId="1076"/>
          <ac:spMkLst>
            <pc:docMk/>
            <pc:sldMk cId="3390657126" sldId="293"/>
            <ac:spMk id="17" creationId="{FCA0943F-BB7F-456D-B701-A0E600F5F784}"/>
          </ac:spMkLst>
        </pc:spChg>
        <pc:picChg chg="add mod">
          <ac:chgData name="Jinnia Sultana" userId="f57bb8b771aed2e8" providerId="LiveId" clId="{5BBE0D3F-8ECA-41F3-BE52-2F070F810F2E}" dt="2026-01-14T22:31:22.254" v="130" actId="14100"/>
          <ac:picMkLst>
            <pc:docMk/>
            <pc:sldMk cId="3390657126" sldId="293"/>
            <ac:picMk id="3" creationId="{42178A6E-7F09-4FB1-AE06-4317C869B0FD}"/>
          </ac:picMkLst>
        </pc:picChg>
        <pc:picChg chg="del">
          <ac:chgData name="Jinnia Sultana" userId="f57bb8b771aed2e8" providerId="LiveId" clId="{5BBE0D3F-8ECA-41F3-BE52-2F070F810F2E}" dt="2026-01-14T22:29:54.442" v="106" actId="21"/>
          <ac:picMkLst>
            <pc:docMk/>
            <pc:sldMk cId="3390657126" sldId="293"/>
            <ac:picMk id="19" creationId="{32520755-8869-4F6F-8B1B-0BDEE07CDF97}"/>
          </ac:picMkLst>
        </pc:picChg>
      </pc:sldChg>
      <pc:sldChg chg="add del">
        <pc:chgData name="Jinnia Sultana" userId="f57bb8b771aed2e8" providerId="LiveId" clId="{5BBE0D3F-8ECA-41F3-BE52-2F070F810F2E}" dt="2026-01-14T22:30:37.669" v="120" actId="2696"/>
        <pc:sldMkLst>
          <pc:docMk/>
          <pc:sldMk cId="1962100398" sldId="294"/>
        </pc:sldMkLst>
      </pc:sldChg>
      <pc:sldChg chg="addSp delSp modSp add mod">
        <pc:chgData name="Jinnia Sultana" userId="f57bb8b771aed2e8" providerId="LiveId" clId="{5BBE0D3F-8ECA-41F3-BE52-2F070F810F2E}" dt="2026-01-14T22:34:33.858" v="173" actId="1076"/>
        <pc:sldMkLst>
          <pc:docMk/>
          <pc:sldMk cId="3303400426" sldId="294"/>
        </pc:sldMkLst>
        <pc:spChg chg="add mod">
          <ac:chgData name="Jinnia Sultana" userId="f57bb8b771aed2e8" providerId="LiveId" clId="{5BBE0D3F-8ECA-41F3-BE52-2F070F810F2E}" dt="2026-01-14T22:34:33.858" v="173" actId="1076"/>
          <ac:spMkLst>
            <pc:docMk/>
            <pc:sldMk cId="3303400426" sldId="294"/>
            <ac:spMk id="5" creationId="{70EFA85C-132D-40F7-92A8-8D0B14DD2905}"/>
          </ac:spMkLst>
        </pc:spChg>
        <pc:picChg chg="del">
          <ac:chgData name="Jinnia Sultana" userId="f57bb8b771aed2e8" providerId="LiveId" clId="{5BBE0D3F-8ECA-41F3-BE52-2F070F810F2E}" dt="2026-01-14T22:30:51.563" v="122" actId="21"/>
          <ac:picMkLst>
            <pc:docMk/>
            <pc:sldMk cId="3303400426" sldId="294"/>
            <ac:picMk id="3" creationId="{42178A6E-7F09-4FB1-AE06-4317C869B0FD}"/>
          </ac:picMkLst>
        </pc:picChg>
        <pc:picChg chg="add mod">
          <ac:chgData name="Jinnia Sultana" userId="f57bb8b771aed2e8" providerId="LiveId" clId="{5BBE0D3F-8ECA-41F3-BE52-2F070F810F2E}" dt="2026-01-14T22:31:13.504" v="127" actId="1076"/>
          <ac:picMkLst>
            <pc:docMk/>
            <pc:sldMk cId="3303400426" sldId="294"/>
            <ac:picMk id="4" creationId="{59475086-C231-4302-A0B5-51A16174C1F5}"/>
          </ac:picMkLst>
        </pc:picChg>
      </pc:sldChg>
      <pc:sldChg chg="add del">
        <pc:chgData name="Jinnia Sultana" userId="f57bb8b771aed2e8" providerId="LiveId" clId="{5BBE0D3F-8ECA-41F3-BE52-2F070F810F2E}" dt="2026-01-14T22:29:17.250" v="100" actId="2696"/>
        <pc:sldMkLst>
          <pc:docMk/>
          <pc:sldMk cId="4071984967" sldId="294"/>
        </pc:sldMkLst>
      </pc:sldChg>
      <pc:sldMasterChg chg="modSldLayout">
        <pc:chgData name="Jinnia Sultana" userId="f57bb8b771aed2e8" providerId="LiveId" clId="{5BBE0D3F-8ECA-41F3-BE52-2F070F810F2E}" dt="2026-01-14T22:23:43.568" v="26" actId="21"/>
        <pc:sldMasterMkLst>
          <pc:docMk/>
          <pc:sldMasterMk cId="2464305198" sldId="2147483648"/>
        </pc:sldMasterMkLst>
        <pc:sldLayoutChg chg="delSp modSp mod">
          <pc:chgData name="Jinnia Sultana" userId="f57bb8b771aed2e8" providerId="LiveId" clId="{5BBE0D3F-8ECA-41F3-BE52-2F070F810F2E}" dt="2026-01-14T22:23:43.568" v="26" actId="21"/>
          <pc:sldLayoutMkLst>
            <pc:docMk/>
            <pc:sldMasterMk cId="2464305198" sldId="2147483648"/>
            <pc:sldLayoutMk cId="3385084179" sldId="2147483670"/>
          </pc:sldLayoutMkLst>
          <pc:spChg chg="del">
            <ac:chgData name="Jinnia Sultana" userId="f57bb8b771aed2e8" providerId="LiveId" clId="{5BBE0D3F-8ECA-41F3-BE52-2F070F810F2E}" dt="2026-01-14T22:22:14.962" v="10" actId="21"/>
            <ac:spMkLst>
              <pc:docMk/>
              <pc:sldMasterMk cId="2464305198" sldId="2147483648"/>
              <pc:sldLayoutMk cId="3385084179" sldId="2147483670"/>
              <ac:spMk id="9" creationId="{07F18567-9326-411F-BA8D-561D58C7DD91}"/>
            </ac:spMkLst>
          </pc:spChg>
          <pc:spChg chg="del">
            <ac:chgData name="Jinnia Sultana" userId="f57bb8b771aed2e8" providerId="LiveId" clId="{5BBE0D3F-8ECA-41F3-BE52-2F070F810F2E}" dt="2026-01-14T22:22:11.227" v="9" actId="21"/>
            <ac:spMkLst>
              <pc:docMk/>
              <pc:sldMasterMk cId="2464305198" sldId="2147483648"/>
              <pc:sldLayoutMk cId="3385084179" sldId="2147483670"/>
              <ac:spMk id="14" creationId="{16CC17AD-6E52-42E9-989B-FB086C64DFD1}"/>
            </ac:spMkLst>
          </pc:spChg>
          <pc:spChg chg="del">
            <ac:chgData name="Jinnia Sultana" userId="f57bb8b771aed2e8" providerId="LiveId" clId="{5BBE0D3F-8ECA-41F3-BE52-2F070F810F2E}" dt="2026-01-14T22:23:01.122" v="19" actId="21"/>
            <ac:spMkLst>
              <pc:docMk/>
              <pc:sldMasterMk cId="2464305198" sldId="2147483648"/>
              <pc:sldLayoutMk cId="3385084179" sldId="2147483670"/>
              <ac:spMk id="16" creationId="{D36B0D72-6C95-4E3A-A679-D94CB154306B}"/>
            </ac:spMkLst>
          </pc:spChg>
          <pc:spChg chg="del">
            <ac:chgData name="Jinnia Sultana" userId="f57bb8b771aed2e8" providerId="LiveId" clId="{5BBE0D3F-8ECA-41F3-BE52-2F070F810F2E}" dt="2026-01-14T22:23:12.016" v="20" actId="21"/>
            <ac:spMkLst>
              <pc:docMk/>
              <pc:sldMasterMk cId="2464305198" sldId="2147483648"/>
              <pc:sldLayoutMk cId="3385084179" sldId="2147483670"/>
              <ac:spMk id="17" creationId="{7E6E1537-8CF9-4C86-8E25-29BFFDAFDDD2}"/>
            </ac:spMkLst>
          </pc:spChg>
          <pc:spChg chg="del">
            <ac:chgData name="Jinnia Sultana" userId="f57bb8b771aed2e8" providerId="LiveId" clId="{5BBE0D3F-8ECA-41F3-BE52-2F070F810F2E}" dt="2026-01-14T22:22:53.512" v="17" actId="21"/>
            <ac:spMkLst>
              <pc:docMk/>
              <pc:sldMasterMk cId="2464305198" sldId="2147483648"/>
              <pc:sldLayoutMk cId="3385084179" sldId="2147483670"/>
              <ac:spMk id="18" creationId="{755E9ED2-721A-416D-AFA6-B57E6B8D8C5D}"/>
            </ac:spMkLst>
          </pc:spChg>
          <pc:spChg chg="del">
            <ac:chgData name="Jinnia Sultana" userId="f57bb8b771aed2e8" providerId="LiveId" clId="{5BBE0D3F-8ECA-41F3-BE52-2F070F810F2E}" dt="2026-01-14T22:22:57.575" v="18" actId="21"/>
            <ac:spMkLst>
              <pc:docMk/>
              <pc:sldMasterMk cId="2464305198" sldId="2147483648"/>
              <pc:sldLayoutMk cId="3385084179" sldId="2147483670"/>
              <ac:spMk id="19" creationId="{0DE1C87C-07E3-42FC-9B43-81D789BF794B}"/>
            </ac:spMkLst>
          </pc:spChg>
          <pc:spChg chg="del">
            <ac:chgData name="Jinnia Sultana" userId="f57bb8b771aed2e8" providerId="LiveId" clId="{5BBE0D3F-8ECA-41F3-BE52-2F070F810F2E}" dt="2026-01-14T22:22:36.965" v="15" actId="21"/>
            <ac:spMkLst>
              <pc:docMk/>
              <pc:sldMasterMk cId="2464305198" sldId="2147483648"/>
              <pc:sldLayoutMk cId="3385084179" sldId="2147483670"/>
              <ac:spMk id="20" creationId="{8556C5D2-9D30-44C4-95EA-DA672356995D}"/>
            </ac:spMkLst>
          </pc:spChg>
          <pc:spChg chg="del">
            <ac:chgData name="Jinnia Sultana" userId="f57bb8b771aed2e8" providerId="LiveId" clId="{5BBE0D3F-8ECA-41F3-BE52-2F070F810F2E}" dt="2026-01-14T22:22:45.246" v="16" actId="21"/>
            <ac:spMkLst>
              <pc:docMk/>
              <pc:sldMasterMk cId="2464305198" sldId="2147483648"/>
              <pc:sldLayoutMk cId="3385084179" sldId="2147483670"/>
              <ac:spMk id="25" creationId="{BB8DD76A-44FE-4266-9CE3-FC74ACF61470}"/>
            </ac:spMkLst>
          </pc:spChg>
          <pc:spChg chg="del">
            <ac:chgData name="Jinnia Sultana" userId="f57bb8b771aed2e8" providerId="LiveId" clId="{5BBE0D3F-8ECA-41F3-BE52-2F070F810F2E}" dt="2026-01-14T22:23:40.443" v="25" actId="21"/>
            <ac:spMkLst>
              <pc:docMk/>
              <pc:sldMasterMk cId="2464305198" sldId="2147483648"/>
              <pc:sldLayoutMk cId="3385084179" sldId="2147483670"/>
              <ac:spMk id="26" creationId="{BB7FB830-D9B0-43D8-B279-D8A3831911C7}"/>
            </ac:spMkLst>
          </pc:spChg>
          <pc:spChg chg="del">
            <ac:chgData name="Jinnia Sultana" userId="f57bb8b771aed2e8" providerId="LiveId" clId="{5BBE0D3F-8ECA-41F3-BE52-2F070F810F2E}" dt="2026-01-14T22:23:43.568" v="26" actId="21"/>
            <ac:spMkLst>
              <pc:docMk/>
              <pc:sldMasterMk cId="2464305198" sldId="2147483648"/>
              <pc:sldLayoutMk cId="3385084179" sldId="2147483670"/>
              <ac:spMk id="27" creationId="{DA699CE9-2DCD-4D59-B359-D7D3511A2158}"/>
            </ac:spMkLst>
          </pc:spChg>
          <pc:spChg chg="del">
            <ac:chgData name="Jinnia Sultana" userId="f57bb8b771aed2e8" providerId="LiveId" clId="{5BBE0D3F-8ECA-41F3-BE52-2F070F810F2E}" dt="2026-01-14T22:23:19.221" v="21" actId="21"/>
            <ac:spMkLst>
              <pc:docMk/>
              <pc:sldMasterMk cId="2464305198" sldId="2147483648"/>
              <pc:sldLayoutMk cId="3385084179" sldId="2147483670"/>
              <ac:spMk id="28" creationId="{5B0C1AF9-7ECA-4F02-B71D-97228D05B031}"/>
            </ac:spMkLst>
          </pc:spChg>
          <pc:spChg chg="del">
            <ac:chgData name="Jinnia Sultana" userId="f57bb8b771aed2e8" providerId="LiveId" clId="{5BBE0D3F-8ECA-41F3-BE52-2F070F810F2E}" dt="2026-01-14T22:23:29.379" v="22" actId="21"/>
            <ac:spMkLst>
              <pc:docMk/>
              <pc:sldMasterMk cId="2464305198" sldId="2147483648"/>
              <pc:sldLayoutMk cId="3385084179" sldId="2147483670"/>
              <ac:spMk id="29" creationId="{FE515F87-B08B-4273-9427-B4477D68E33E}"/>
            </ac:spMkLst>
          </pc:spChg>
          <pc:cxnChg chg="del mod">
            <ac:chgData name="Jinnia Sultana" userId="f57bb8b771aed2e8" providerId="LiveId" clId="{5BBE0D3F-8ECA-41F3-BE52-2F070F810F2E}" dt="2026-01-14T22:22:17.915" v="11" actId="21"/>
            <ac:cxnSpMkLst>
              <pc:docMk/>
              <pc:sldMasterMk cId="2464305198" sldId="2147483648"/>
              <pc:sldLayoutMk cId="3385084179" sldId="2147483670"/>
              <ac:cxnSpMk id="5" creationId="{02353FBD-19BF-45E4-A6F5-4217CDAAA52E}"/>
            </ac:cxnSpMkLst>
          </pc:cxnChg>
          <pc:cxnChg chg="del">
            <ac:chgData name="Jinnia Sultana" userId="f57bb8b771aed2e8" providerId="LiveId" clId="{5BBE0D3F-8ECA-41F3-BE52-2F070F810F2E}" dt="2026-01-14T22:22:21.556" v="12" actId="21"/>
            <ac:cxnSpMkLst>
              <pc:docMk/>
              <pc:sldMasterMk cId="2464305198" sldId="2147483648"/>
              <pc:sldLayoutMk cId="3385084179" sldId="2147483670"/>
              <ac:cxnSpMk id="47" creationId="{AFAB3CE1-D027-49AE-8023-7D6E330C7E2D}"/>
            </ac:cxnSpMkLst>
          </pc:cxnChg>
          <pc:cxnChg chg="del">
            <ac:chgData name="Jinnia Sultana" userId="f57bb8b771aed2e8" providerId="LiveId" clId="{5BBE0D3F-8ECA-41F3-BE52-2F070F810F2E}" dt="2026-01-14T22:23:37.036" v="24" actId="21"/>
            <ac:cxnSpMkLst>
              <pc:docMk/>
              <pc:sldMasterMk cId="2464305198" sldId="2147483648"/>
              <pc:sldLayoutMk cId="3385084179" sldId="2147483670"/>
              <ac:cxnSpMk id="49" creationId="{6B59BE6F-06DF-4031-A366-9BF6A53377C4}"/>
            </ac:cxnSpMkLst>
          </pc:cxnChg>
          <pc:cxnChg chg="del">
            <ac:chgData name="Jinnia Sultana" userId="f57bb8b771aed2e8" providerId="LiveId" clId="{5BBE0D3F-8ECA-41F3-BE52-2F070F810F2E}" dt="2026-01-14T22:22:31.871" v="14" actId="21"/>
            <ac:cxnSpMkLst>
              <pc:docMk/>
              <pc:sldMasterMk cId="2464305198" sldId="2147483648"/>
              <pc:sldLayoutMk cId="3385084179" sldId="2147483670"/>
              <ac:cxnSpMk id="54" creationId="{588442AB-AF81-4C81-B0CE-584EE410EB92}"/>
            </ac:cxnSpMkLst>
          </pc:cxnChg>
          <pc:cxnChg chg="del">
            <ac:chgData name="Jinnia Sultana" userId="f57bb8b771aed2e8" providerId="LiveId" clId="{5BBE0D3F-8ECA-41F3-BE52-2F070F810F2E}" dt="2026-01-14T22:22:25.308" v="13" actId="21"/>
            <ac:cxnSpMkLst>
              <pc:docMk/>
              <pc:sldMasterMk cId="2464305198" sldId="2147483648"/>
              <pc:sldLayoutMk cId="3385084179" sldId="2147483670"/>
              <ac:cxnSpMk id="56" creationId="{35F27884-729D-4CA6-A08A-92EBC733CCB5}"/>
            </ac:cxnSpMkLst>
          </pc:cxnChg>
          <pc:cxnChg chg="del">
            <ac:chgData name="Jinnia Sultana" userId="f57bb8b771aed2e8" providerId="LiveId" clId="{5BBE0D3F-8ECA-41F3-BE52-2F070F810F2E}" dt="2026-01-14T22:23:33.942" v="23" actId="21"/>
            <ac:cxnSpMkLst>
              <pc:docMk/>
              <pc:sldMasterMk cId="2464305198" sldId="2147483648"/>
              <pc:sldLayoutMk cId="3385084179" sldId="2147483670"/>
              <ac:cxnSpMk id="58" creationId="{A1F7E5A1-BEA5-447F-BED5-E18F7A1D9A37}"/>
            </ac:cxnSpMkLst>
          </pc:cxn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BEC087-63B9-457A-B80B-0A094A8BF0B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532767-E448-4E35-AEF8-6AD9A2F3A279}">
      <dgm:prSet/>
      <dgm:spPr/>
      <dgm:t>
        <a:bodyPr/>
        <a:lstStyle/>
        <a:p>
          <a:r>
            <a:rPr lang="en-US" b="1" i="1" dirty="0"/>
            <a:t>A Search Algorithm</a:t>
          </a:r>
          <a:r>
            <a:rPr lang="en-US" b="1" i="0" dirty="0"/>
            <a:t>*</a:t>
          </a:r>
          <a:endParaRPr lang="en-US" dirty="0"/>
        </a:p>
      </dgm:t>
    </dgm:pt>
    <dgm:pt modelId="{C75F3B40-314F-4CE0-823E-7E87B0B93FA1}" type="parTrans" cxnId="{7F113789-6D5E-46AE-ACAE-BA633114F93E}">
      <dgm:prSet/>
      <dgm:spPr/>
      <dgm:t>
        <a:bodyPr/>
        <a:lstStyle/>
        <a:p>
          <a:endParaRPr lang="en-US"/>
        </a:p>
      </dgm:t>
    </dgm:pt>
    <dgm:pt modelId="{2BC36AEF-3120-439A-9988-3B1CDE8534C2}" type="sibTrans" cxnId="{7F113789-6D5E-46AE-ACAE-BA633114F93E}">
      <dgm:prSet/>
      <dgm:spPr/>
      <dgm:t>
        <a:bodyPr/>
        <a:lstStyle/>
        <a:p>
          <a:endParaRPr lang="en-US"/>
        </a:p>
      </dgm:t>
    </dgm:pt>
    <dgm:pt modelId="{F84AEF7A-7FD4-4E03-BC46-03D82F5AF048}">
      <dgm:prSet/>
      <dgm:spPr/>
      <dgm:t>
        <a:bodyPr/>
        <a:lstStyle/>
        <a:p>
          <a:r>
            <a:rPr lang="en-US" b="1" i="0"/>
            <a:t>Purpose:</a:t>
          </a:r>
          <a:r>
            <a:rPr lang="en-US" b="0" i="0"/>
            <a:t> Finding the fastest path on the map.</a:t>
          </a:r>
          <a:endParaRPr lang="en-US"/>
        </a:p>
      </dgm:t>
    </dgm:pt>
    <dgm:pt modelId="{A710F04D-36EC-46D3-BDD7-4BB8285A34AC}" type="parTrans" cxnId="{9CF6B709-C001-4080-9276-F7B4D77B3C0C}">
      <dgm:prSet/>
      <dgm:spPr/>
      <dgm:t>
        <a:bodyPr/>
        <a:lstStyle/>
        <a:p>
          <a:endParaRPr lang="en-US"/>
        </a:p>
      </dgm:t>
    </dgm:pt>
    <dgm:pt modelId="{F23AB8BE-015B-40A5-B53F-05C822E7DE9F}" type="sibTrans" cxnId="{9CF6B709-C001-4080-9276-F7B4D77B3C0C}">
      <dgm:prSet/>
      <dgm:spPr/>
      <dgm:t>
        <a:bodyPr/>
        <a:lstStyle/>
        <a:p>
          <a:endParaRPr lang="en-US"/>
        </a:p>
      </dgm:t>
    </dgm:pt>
    <dgm:pt modelId="{5B805F3C-E30D-47B3-97E8-ABC5EE3A8C57}">
      <dgm:prSet/>
      <dgm:spPr/>
      <dgm:t>
        <a:bodyPr/>
        <a:lstStyle/>
        <a:p>
          <a:r>
            <a:rPr lang="en-US" b="1" i="0" dirty="0"/>
            <a:t>Multi-Criteria Weighting Model</a:t>
          </a:r>
          <a:endParaRPr lang="en-US" dirty="0"/>
        </a:p>
      </dgm:t>
    </dgm:pt>
    <dgm:pt modelId="{8F03F5BF-32B0-46C4-9C1A-C7FD578C0C6D}" type="parTrans" cxnId="{B164C320-A2F8-487B-9975-2F083A36AACD}">
      <dgm:prSet/>
      <dgm:spPr/>
      <dgm:t>
        <a:bodyPr/>
        <a:lstStyle/>
        <a:p>
          <a:endParaRPr lang="en-US"/>
        </a:p>
      </dgm:t>
    </dgm:pt>
    <dgm:pt modelId="{0DB41E7A-7FA2-43FD-A2C6-8F186648849D}" type="sibTrans" cxnId="{B164C320-A2F8-487B-9975-2F083A36AACD}">
      <dgm:prSet/>
      <dgm:spPr/>
      <dgm:t>
        <a:bodyPr/>
        <a:lstStyle/>
        <a:p>
          <a:endParaRPr lang="en-US"/>
        </a:p>
      </dgm:t>
    </dgm:pt>
    <dgm:pt modelId="{52221800-58B3-4B43-A0FA-DD9FAC3A82FD}">
      <dgm:prSet/>
      <dgm:spPr/>
      <dgm:t>
        <a:bodyPr/>
        <a:lstStyle/>
        <a:p>
          <a:r>
            <a:rPr lang="en-US" b="1" i="0" dirty="0"/>
            <a:t>Transfer Point Detection</a:t>
          </a:r>
          <a:endParaRPr lang="en-US" dirty="0"/>
        </a:p>
      </dgm:t>
    </dgm:pt>
    <dgm:pt modelId="{19B842FA-B799-406D-A538-167CD0E1C8DD}" type="parTrans" cxnId="{489665FD-F38B-4801-B4C1-54BB1F1FA5E8}">
      <dgm:prSet/>
      <dgm:spPr/>
      <dgm:t>
        <a:bodyPr/>
        <a:lstStyle/>
        <a:p>
          <a:endParaRPr lang="en-US"/>
        </a:p>
      </dgm:t>
    </dgm:pt>
    <dgm:pt modelId="{77E938B1-8CCC-4DAB-A388-0744DC7DA398}" type="sibTrans" cxnId="{489665FD-F38B-4801-B4C1-54BB1F1FA5E8}">
      <dgm:prSet/>
      <dgm:spPr/>
      <dgm:t>
        <a:bodyPr/>
        <a:lstStyle/>
        <a:p>
          <a:endParaRPr lang="en-US"/>
        </a:p>
      </dgm:t>
    </dgm:pt>
    <dgm:pt modelId="{6FE61645-F518-48C5-810D-81B59857AB7D}">
      <dgm:prSet/>
      <dgm:spPr/>
      <dgm:t>
        <a:bodyPr/>
        <a:lstStyle/>
        <a:p>
          <a:r>
            <a:rPr lang="en-US" b="1" i="0" dirty="0"/>
            <a:t>Purpose:</a:t>
          </a:r>
          <a:r>
            <a:rPr lang="en-US" b="0" i="0" dirty="0"/>
            <a:t> Identifying optimal spots to switch transport modes.</a:t>
          </a:r>
          <a:endParaRPr lang="en-US" dirty="0"/>
        </a:p>
      </dgm:t>
    </dgm:pt>
    <dgm:pt modelId="{46278435-2552-48B7-981D-57F8E1489B33}" type="parTrans" cxnId="{05410C31-8102-4024-8C1D-45C735DD7AD0}">
      <dgm:prSet/>
      <dgm:spPr/>
      <dgm:t>
        <a:bodyPr/>
        <a:lstStyle/>
        <a:p>
          <a:endParaRPr lang="en-US"/>
        </a:p>
      </dgm:t>
    </dgm:pt>
    <dgm:pt modelId="{BDC4FDDB-20FD-45D0-92AC-626A82C1592A}" type="sibTrans" cxnId="{05410C31-8102-4024-8C1D-45C735DD7AD0}">
      <dgm:prSet/>
      <dgm:spPr/>
      <dgm:t>
        <a:bodyPr/>
        <a:lstStyle/>
        <a:p>
          <a:endParaRPr lang="en-US"/>
        </a:p>
      </dgm:t>
    </dgm:pt>
    <dgm:pt modelId="{FF6861D4-90DB-4FEA-8644-B608B0955FB2}">
      <dgm:prSet/>
      <dgm:spPr/>
      <dgm:t>
        <a:bodyPr/>
        <a:lstStyle/>
        <a:p>
          <a:r>
            <a:rPr lang="en-US" b="1" i="0"/>
            <a:t>Traffic Simulation Module</a:t>
          </a:r>
          <a:endParaRPr lang="en-US"/>
        </a:p>
      </dgm:t>
    </dgm:pt>
    <dgm:pt modelId="{1F4E1F5B-93D7-4767-B196-28B6601A8D6E}" type="parTrans" cxnId="{1F96C1B2-0E43-4B1A-A5F2-94B0CA5BB522}">
      <dgm:prSet/>
      <dgm:spPr/>
      <dgm:t>
        <a:bodyPr/>
        <a:lstStyle/>
        <a:p>
          <a:endParaRPr lang="en-US"/>
        </a:p>
      </dgm:t>
    </dgm:pt>
    <dgm:pt modelId="{30C77CE0-AE30-4EA4-88E8-6A502A04FE57}" type="sibTrans" cxnId="{1F96C1B2-0E43-4B1A-A5F2-94B0CA5BB522}">
      <dgm:prSet/>
      <dgm:spPr/>
      <dgm:t>
        <a:bodyPr/>
        <a:lstStyle/>
        <a:p>
          <a:endParaRPr lang="en-US"/>
        </a:p>
      </dgm:t>
    </dgm:pt>
    <dgm:pt modelId="{50CD50F1-2159-4381-9FA3-826B25D8648F}">
      <dgm:prSet/>
      <dgm:spPr/>
      <dgm:t>
        <a:bodyPr/>
        <a:lstStyle/>
        <a:p>
          <a:pPr algn="just"/>
          <a:r>
            <a:rPr lang="en-US" b="1" i="0" dirty="0"/>
            <a:t>Purpose:</a:t>
          </a:r>
          <a:r>
            <a:rPr lang="en-US" b="0" i="0" dirty="0"/>
            <a:t> Adding random yet realistic delays to routes.</a:t>
          </a:r>
          <a:endParaRPr lang="en-US" dirty="0"/>
        </a:p>
      </dgm:t>
    </dgm:pt>
    <dgm:pt modelId="{9F86399A-29EB-48B8-869B-64FB5322C671}" type="parTrans" cxnId="{599E740E-97F4-4E4E-99B5-DF636BC043E0}">
      <dgm:prSet/>
      <dgm:spPr/>
      <dgm:t>
        <a:bodyPr/>
        <a:lstStyle/>
        <a:p>
          <a:endParaRPr lang="en-US"/>
        </a:p>
      </dgm:t>
    </dgm:pt>
    <dgm:pt modelId="{E15D1240-835F-44D8-A2B7-664E766CAD1C}" type="sibTrans" cxnId="{599E740E-97F4-4E4E-99B5-DF636BC043E0}">
      <dgm:prSet/>
      <dgm:spPr/>
      <dgm:t>
        <a:bodyPr/>
        <a:lstStyle/>
        <a:p>
          <a:endParaRPr lang="en-US"/>
        </a:p>
      </dgm:t>
    </dgm:pt>
    <dgm:pt modelId="{D78C464A-0CAB-4D2F-A148-70FAC245F895}">
      <dgm:prSet/>
      <dgm:spPr/>
      <dgm:t>
        <a:bodyPr/>
        <a:lstStyle/>
        <a:p>
          <a:pPr algn="l"/>
          <a:r>
            <a:rPr lang="en-US" b="1" i="0" dirty="0"/>
            <a:t>Purpose:</a:t>
          </a:r>
          <a:r>
            <a:rPr lang="en-US" b="0" i="0" dirty="0"/>
            <a:t> Balancing time, cost, and distance based on user choice.</a:t>
          </a:r>
          <a:endParaRPr lang="en-US" dirty="0"/>
        </a:p>
      </dgm:t>
    </dgm:pt>
    <dgm:pt modelId="{CCFEE8CE-17B4-4E45-A72A-665546763D0B}" type="parTrans" cxnId="{5AFC017D-D253-45ED-8804-70B2264F949F}">
      <dgm:prSet/>
      <dgm:spPr/>
      <dgm:t>
        <a:bodyPr/>
        <a:lstStyle/>
        <a:p>
          <a:endParaRPr lang="en-US"/>
        </a:p>
      </dgm:t>
    </dgm:pt>
    <dgm:pt modelId="{FF07C3A4-5B8E-405F-A394-2D9B6036F459}" type="sibTrans" cxnId="{5AFC017D-D253-45ED-8804-70B2264F949F}">
      <dgm:prSet/>
      <dgm:spPr/>
      <dgm:t>
        <a:bodyPr/>
        <a:lstStyle/>
        <a:p>
          <a:endParaRPr lang="en-US"/>
        </a:p>
      </dgm:t>
    </dgm:pt>
    <dgm:pt modelId="{84596D62-F323-4976-AB3C-DA5F33531EC8}" type="pres">
      <dgm:prSet presAssocID="{C1BEC087-63B9-457A-B80B-0A094A8BF0B8}" presName="Name0" presStyleCnt="0">
        <dgm:presLayoutVars>
          <dgm:dir/>
          <dgm:animLvl val="lvl"/>
          <dgm:resizeHandles val="exact"/>
        </dgm:presLayoutVars>
      </dgm:prSet>
      <dgm:spPr/>
    </dgm:pt>
    <dgm:pt modelId="{0C4837B7-B5E0-4EB8-8DA0-0271B2B87DD9}" type="pres">
      <dgm:prSet presAssocID="{1B532767-E448-4E35-AEF8-6AD9A2F3A279}" presName="linNode" presStyleCnt="0"/>
      <dgm:spPr/>
    </dgm:pt>
    <dgm:pt modelId="{9F5725C8-2A8E-4309-B6F2-D4EEE39A7B12}" type="pres">
      <dgm:prSet presAssocID="{1B532767-E448-4E35-AEF8-6AD9A2F3A27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61AA33B-D6D8-4217-A4DC-BD7B0F1FFF4C}" type="pres">
      <dgm:prSet presAssocID="{1B532767-E448-4E35-AEF8-6AD9A2F3A279}" presName="descendantText" presStyleLbl="alignAccFollowNode1" presStyleIdx="0" presStyleCnt="4">
        <dgm:presLayoutVars>
          <dgm:bulletEnabled val="1"/>
        </dgm:presLayoutVars>
      </dgm:prSet>
      <dgm:spPr/>
    </dgm:pt>
    <dgm:pt modelId="{FE5B4936-7BC5-47BE-AD40-5F461424A30B}" type="pres">
      <dgm:prSet presAssocID="{2BC36AEF-3120-439A-9988-3B1CDE8534C2}" presName="sp" presStyleCnt="0"/>
      <dgm:spPr/>
    </dgm:pt>
    <dgm:pt modelId="{B845DAF2-57D0-4C1F-A122-E9F314AE97A9}" type="pres">
      <dgm:prSet presAssocID="{5B805F3C-E30D-47B3-97E8-ABC5EE3A8C57}" presName="linNode" presStyleCnt="0"/>
      <dgm:spPr/>
    </dgm:pt>
    <dgm:pt modelId="{325B4D53-98F3-4877-8175-96F2D0F9980F}" type="pres">
      <dgm:prSet presAssocID="{5B805F3C-E30D-47B3-97E8-ABC5EE3A8C5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832B298-20AC-414F-A5AC-6D44AA8425A1}" type="pres">
      <dgm:prSet presAssocID="{5B805F3C-E30D-47B3-97E8-ABC5EE3A8C57}" presName="descendantText" presStyleLbl="alignAccFollowNode1" presStyleIdx="1" presStyleCnt="4">
        <dgm:presLayoutVars>
          <dgm:bulletEnabled val="1"/>
        </dgm:presLayoutVars>
      </dgm:prSet>
      <dgm:spPr/>
    </dgm:pt>
    <dgm:pt modelId="{D105D1A0-0911-4FE6-9806-39B7BBD315D1}" type="pres">
      <dgm:prSet presAssocID="{0DB41E7A-7FA2-43FD-A2C6-8F186648849D}" presName="sp" presStyleCnt="0"/>
      <dgm:spPr/>
    </dgm:pt>
    <dgm:pt modelId="{9CA784E7-3372-4531-9095-441A7893F872}" type="pres">
      <dgm:prSet presAssocID="{52221800-58B3-4B43-A0FA-DD9FAC3A82FD}" presName="linNode" presStyleCnt="0"/>
      <dgm:spPr/>
    </dgm:pt>
    <dgm:pt modelId="{D46D331B-A697-4000-8182-9B696266805E}" type="pres">
      <dgm:prSet presAssocID="{52221800-58B3-4B43-A0FA-DD9FAC3A82F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1547CCA-FEDD-431E-B7CF-75D462A691CE}" type="pres">
      <dgm:prSet presAssocID="{52221800-58B3-4B43-A0FA-DD9FAC3A82FD}" presName="descendantText" presStyleLbl="alignAccFollowNode1" presStyleIdx="2" presStyleCnt="4">
        <dgm:presLayoutVars>
          <dgm:bulletEnabled val="1"/>
        </dgm:presLayoutVars>
      </dgm:prSet>
      <dgm:spPr/>
    </dgm:pt>
    <dgm:pt modelId="{5FCB378D-C5D8-4BB7-BFBD-94A83E1EB1F3}" type="pres">
      <dgm:prSet presAssocID="{77E938B1-8CCC-4DAB-A388-0744DC7DA398}" presName="sp" presStyleCnt="0"/>
      <dgm:spPr/>
    </dgm:pt>
    <dgm:pt modelId="{81E83B93-AE27-4088-A5B4-6F9C865B6E98}" type="pres">
      <dgm:prSet presAssocID="{FF6861D4-90DB-4FEA-8644-B608B0955FB2}" presName="linNode" presStyleCnt="0"/>
      <dgm:spPr/>
    </dgm:pt>
    <dgm:pt modelId="{40E3F4F2-165A-4DC4-9C02-7EA41E3959EE}" type="pres">
      <dgm:prSet presAssocID="{FF6861D4-90DB-4FEA-8644-B608B0955FB2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C6B90BFA-A5B7-40A6-B002-AB273174E3B0}" type="pres">
      <dgm:prSet presAssocID="{FF6861D4-90DB-4FEA-8644-B608B0955FB2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EEFFA04-4D58-4D46-8D0F-5AB4D8E38ADF}" type="presOf" srcId="{1B532767-E448-4E35-AEF8-6AD9A2F3A279}" destId="{9F5725C8-2A8E-4309-B6F2-D4EEE39A7B12}" srcOrd="0" destOrd="0" presId="urn:microsoft.com/office/officeart/2005/8/layout/vList5"/>
    <dgm:cxn modelId="{9CF6B709-C001-4080-9276-F7B4D77B3C0C}" srcId="{1B532767-E448-4E35-AEF8-6AD9A2F3A279}" destId="{F84AEF7A-7FD4-4E03-BC46-03D82F5AF048}" srcOrd="0" destOrd="0" parTransId="{A710F04D-36EC-46D3-BDD7-4BB8285A34AC}" sibTransId="{F23AB8BE-015B-40A5-B53F-05C822E7DE9F}"/>
    <dgm:cxn modelId="{03DAF40A-B24F-4015-8B07-DEB55F7DF37C}" type="presOf" srcId="{50CD50F1-2159-4381-9FA3-826B25D8648F}" destId="{C6B90BFA-A5B7-40A6-B002-AB273174E3B0}" srcOrd="0" destOrd="0" presId="urn:microsoft.com/office/officeart/2005/8/layout/vList5"/>
    <dgm:cxn modelId="{599E740E-97F4-4E4E-99B5-DF636BC043E0}" srcId="{FF6861D4-90DB-4FEA-8644-B608B0955FB2}" destId="{50CD50F1-2159-4381-9FA3-826B25D8648F}" srcOrd="0" destOrd="0" parTransId="{9F86399A-29EB-48B8-869B-64FB5322C671}" sibTransId="{E15D1240-835F-44D8-A2B7-664E766CAD1C}"/>
    <dgm:cxn modelId="{B164C320-A2F8-487B-9975-2F083A36AACD}" srcId="{C1BEC087-63B9-457A-B80B-0A094A8BF0B8}" destId="{5B805F3C-E30D-47B3-97E8-ABC5EE3A8C57}" srcOrd="1" destOrd="0" parTransId="{8F03F5BF-32B0-46C4-9C1A-C7FD578C0C6D}" sibTransId="{0DB41E7A-7FA2-43FD-A2C6-8F186648849D}"/>
    <dgm:cxn modelId="{05410C31-8102-4024-8C1D-45C735DD7AD0}" srcId="{52221800-58B3-4B43-A0FA-DD9FAC3A82FD}" destId="{6FE61645-F518-48C5-810D-81B59857AB7D}" srcOrd="0" destOrd="0" parTransId="{46278435-2552-48B7-981D-57F8E1489B33}" sibTransId="{BDC4FDDB-20FD-45D0-92AC-626A82C1592A}"/>
    <dgm:cxn modelId="{185CD640-B81E-4D50-9C62-282788A11897}" type="presOf" srcId="{FF6861D4-90DB-4FEA-8644-B608B0955FB2}" destId="{40E3F4F2-165A-4DC4-9C02-7EA41E3959EE}" srcOrd="0" destOrd="0" presId="urn:microsoft.com/office/officeart/2005/8/layout/vList5"/>
    <dgm:cxn modelId="{5AFC017D-D253-45ED-8804-70B2264F949F}" srcId="{5B805F3C-E30D-47B3-97E8-ABC5EE3A8C57}" destId="{D78C464A-0CAB-4D2F-A148-70FAC245F895}" srcOrd="0" destOrd="0" parTransId="{CCFEE8CE-17B4-4E45-A72A-665546763D0B}" sibTransId="{FF07C3A4-5B8E-405F-A394-2D9B6036F459}"/>
    <dgm:cxn modelId="{C606867D-D685-4B0E-BB18-949F70EEA423}" type="presOf" srcId="{6FE61645-F518-48C5-810D-81B59857AB7D}" destId="{A1547CCA-FEDD-431E-B7CF-75D462A691CE}" srcOrd="0" destOrd="0" presId="urn:microsoft.com/office/officeart/2005/8/layout/vList5"/>
    <dgm:cxn modelId="{7F113789-6D5E-46AE-ACAE-BA633114F93E}" srcId="{C1BEC087-63B9-457A-B80B-0A094A8BF0B8}" destId="{1B532767-E448-4E35-AEF8-6AD9A2F3A279}" srcOrd="0" destOrd="0" parTransId="{C75F3B40-314F-4CE0-823E-7E87B0B93FA1}" sibTransId="{2BC36AEF-3120-439A-9988-3B1CDE8534C2}"/>
    <dgm:cxn modelId="{F9E1C99E-AF19-49AE-B512-2659ADB1935A}" type="presOf" srcId="{5B805F3C-E30D-47B3-97E8-ABC5EE3A8C57}" destId="{325B4D53-98F3-4877-8175-96F2D0F9980F}" srcOrd="0" destOrd="0" presId="urn:microsoft.com/office/officeart/2005/8/layout/vList5"/>
    <dgm:cxn modelId="{69807BAD-6BC0-4A28-94EF-F7D5D0227C1F}" type="presOf" srcId="{D78C464A-0CAB-4D2F-A148-70FAC245F895}" destId="{9832B298-20AC-414F-A5AC-6D44AA8425A1}" srcOrd="0" destOrd="0" presId="urn:microsoft.com/office/officeart/2005/8/layout/vList5"/>
    <dgm:cxn modelId="{1F96C1B2-0E43-4B1A-A5F2-94B0CA5BB522}" srcId="{C1BEC087-63B9-457A-B80B-0A094A8BF0B8}" destId="{FF6861D4-90DB-4FEA-8644-B608B0955FB2}" srcOrd="3" destOrd="0" parTransId="{1F4E1F5B-93D7-4767-B196-28B6601A8D6E}" sibTransId="{30C77CE0-AE30-4EA4-88E8-6A502A04FE57}"/>
    <dgm:cxn modelId="{2A8BC1C4-A41A-458D-B5A7-B7BF83885C36}" type="presOf" srcId="{C1BEC087-63B9-457A-B80B-0A094A8BF0B8}" destId="{84596D62-F323-4976-AB3C-DA5F33531EC8}" srcOrd="0" destOrd="0" presId="urn:microsoft.com/office/officeart/2005/8/layout/vList5"/>
    <dgm:cxn modelId="{D1104BED-5835-4DCF-A575-2A2E7D3DC074}" type="presOf" srcId="{52221800-58B3-4B43-A0FA-DD9FAC3A82FD}" destId="{D46D331B-A697-4000-8182-9B696266805E}" srcOrd="0" destOrd="0" presId="urn:microsoft.com/office/officeart/2005/8/layout/vList5"/>
    <dgm:cxn modelId="{420A23F1-12DC-4F5C-AA23-6367851E8704}" type="presOf" srcId="{F84AEF7A-7FD4-4E03-BC46-03D82F5AF048}" destId="{861AA33B-D6D8-4217-A4DC-BD7B0F1FFF4C}" srcOrd="0" destOrd="0" presId="urn:microsoft.com/office/officeart/2005/8/layout/vList5"/>
    <dgm:cxn modelId="{489665FD-F38B-4801-B4C1-54BB1F1FA5E8}" srcId="{C1BEC087-63B9-457A-B80B-0A094A8BF0B8}" destId="{52221800-58B3-4B43-A0FA-DD9FAC3A82FD}" srcOrd="2" destOrd="0" parTransId="{19B842FA-B799-406D-A538-167CD0E1C8DD}" sibTransId="{77E938B1-8CCC-4DAB-A388-0744DC7DA398}"/>
    <dgm:cxn modelId="{7CB9A286-20D0-40B0-8A6F-BD4406C03FAB}" type="presParOf" srcId="{84596D62-F323-4976-AB3C-DA5F33531EC8}" destId="{0C4837B7-B5E0-4EB8-8DA0-0271B2B87DD9}" srcOrd="0" destOrd="0" presId="urn:microsoft.com/office/officeart/2005/8/layout/vList5"/>
    <dgm:cxn modelId="{D1BD3274-AE1F-4288-990E-49F4F24E83E5}" type="presParOf" srcId="{0C4837B7-B5E0-4EB8-8DA0-0271B2B87DD9}" destId="{9F5725C8-2A8E-4309-B6F2-D4EEE39A7B12}" srcOrd="0" destOrd="0" presId="urn:microsoft.com/office/officeart/2005/8/layout/vList5"/>
    <dgm:cxn modelId="{B93C7B58-C7DE-4789-A6CA-779BF840A7E2}" type="presParOf" srcId="{0C4837B7-B5E0-4EB8-8DA0-0271B2B87DD9}" destId="{861AA33B-D6D8-4217-A4DC-BD7B0F1FFF4C}" srcOrd="1" destOrd="0" presId="urn:microsoft.com/office/officeart/2005/8/layout/vList5"/>
    <dgm:cxn modelId="{FD0C3B79-D615-4B6D-B55D-D3950373512C}" type="presParOf" srcId="{84596D62-F323-4976-AB3C-DA5F33531EC8}" destId="{FE5B4936-7BC5-47BE-AD40-5F461424A30B}" srcOrd="1" destOrd="0" presId="urn:microsoft.com/office/officeart/2005/8/layout/vList5"/>
    <dgm:cxn modelId="{A90DDD81-18D2-4047-A066-EBCB201D0D83}" type="presParOf" srcId="{84596D62-F323-4976-AB3C-DA5F33531EC8}" destId="{B845DAF2-57D0-4C1F-A122-E9F314AE97A9}" srcOrd="2" destOrd="0" presId="urn:microsoft.com/office/officeart/2005/8/layout/vList5"/>
    <dgm:cxn modelId="{0836A3DA-AEAD-4E40-95AF-98DA17406D08}" type="presParOf" srcId="{B845DAF2-57D0-4C1F-A122-E9F314AE97A9}" destId="{325B4D53-98F3-4877-8175-96F2D0F9980F}" srcOrd="0" destOrd="0" presId="urn:microsoft.com/office/officeart/2005/8/layout/vList5"/>
    <dgm:cxn modelId="{CFF18C4F-4083-42B2-972C-8464DD89B63F}" type="presParOf" srcId="{B845DAF2-57D0-4C1F-A122-E9F314AE97A9}" destId="{9832B298-20AC-414F-A5AC-6D44AA8425A1}" srcOrd="1" destOrd="0" presId="urn:microsoft.com/office/officeart/2005/8/layout/vList5"/>
    <dgm:cxn modelId="{BB63D0F1-8B1E-4235-A881-22DA022731B6}" type="presParOf" srcId="{84596D62-F323-4976-AB3C-DA5F33531EC8}" destId="{D105D1A0-0911-4FE6-9806-39B7BBD315D1}" srcOrd="3" destOrd="0" presId="urn:microsoft.com/office/officeart/2005/8/layout/vList5"/>
    <dgm:cxn modelId="{8D4AB7FC-2C61-42F6-9C3C-AED95A5BEDDC}" type="presParOf" srcId="{84596D62-F323-4976-AB3C-DA5F33531EC8}" destId="{9CA784E7-3372-4531-9095-441A7893F872}" srcOrd="4" destOrd="0" presId="urn:microsoft.com/office/officeart/2005/8/layout/vList5"/>
    <dgm:cxn modelId="{0200AE97-291D-43DF-AF34-963280887868}" type="presParOf" srcId="{9CA784E7-3372-4531-9095-441A7893F872}" destId="{D46D331B-A697-4000-8182-9B696266805E}" srcOrd="0" destOrd="0" presId="urn:microsoft.com/office/officeart/2005/8/layout/vList5"/>
    <dgm:cxn modelId="{500A1BC6-DA6C-44E3-8D57-CADC9F272B31}" type="presParOf" srcId="{9CA784E7-3372-4531-9095-441A7893F872}" destId="{A1547CCA-FEDD-431E-B7CF-75D462A691CE}" srcOrd="1" destOrd="0" presId="urn:microsoft.com/office/officeart/2005/8/layout/vList5"/>
    <dgm:cxn modelId="{99DE0657-C3C8-4DC0-B93D-9101B063E324}" type="presParOf" srcId="{84596D62-F323-4976-AB3C-DA5F33531EC8}" destId="{5FCB378D-C5D8-4BB7-BFBD-94A83E1EB1F3}" srcOrd="5" destOrd="0" presId="urn:microsoft.com/office/officeart/2005/8/layout/vList5"/>
    <dgm:cxn modelId="{0BEE52E0-3E63-4144-9999-F8046F6E63AF}" type="presParOf" srcId="{84596D62-F323-4976-AB3C-DA5F33531EC8}" destId="{81E83B93-AE27-4088-A5B4-6F9C865B6E98}" srcOrd="6" destOrd="0" presId="urn:microsoft.com/office/officeart/2005/8/layout/vList5"/>
    <dgm:cxn modelId="{63B7D842-2508-4952-BA9B-31B8FC8944BD}" type="presParOf" srcId="{81E83B93-AE27-4088-A5B4-6F9C865B6E98}" destId="{40E3F4F2-165A-4DC4-9C02-7EA41E3959EE}" srcOrd="0" destOrd="0" presId="urn:microsoft.com/office/officeart/2005/8/layout/vList5"/>
    <dgm:cxn modelId="{FFFCCE5A-43FC-4950-BCB1-0A1C40E9B0CF}" type="presParOf" srcId="{81E83B93-AE27-4088-A5B4-6F9C865B6E98}" destId="{C6B90BFA-A5B7-40A6-B002-AB273174E3B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431CDA-1171-46EC-BFD0-B6FB20D4E145}" type="doc">
      <dgm:prSet loTypeId="urn:microsoft.com/office/officeart/2005/8/layout/process4" loCatId="process" qsTypeId="urn:microsoft.com/office/officeart/2005/8/quickstyle/3d1" qsCatId="3D" csTypeId="urn:microsoft.com/office/officeart/2005/8/colors/accent3_5" csCatId="accent3"/>
      <dgm:spPr/>
      <dgm:t>
        <a:bodyPr/>
        <a:lstStyle/>
        <a:p>
          <a:endParaRPr lang="en-US"/>
        </a:p>
      </dgm:t>
    </dgm:pt>
    <dgm:pt modelId="{B107AE8A-6706-4086-A8A6-80D7A1C5329E}">
      <dgm:prSet custT="1"/>
      <dgm:spPr/>
      <dgm:t>
        <a:bodyPr/>
        <a:lstStyle/>
        <a:p>
          <a:r>
            <a:rPr lang="en-US" sz="1600" b="1" i="0" dirty="0">
              <a:solidFill>
                <a:schemeClr val="bg1"/>
              </a:solidFill>
            </a:rPr>
            <a:t>Load OpenStreetMap Data</a:t>
          </a:r>
          <a:endParaRPr lang="en-US" sz="1600" b="1" dirty="0">
            <a:solidFill>
              <a:schemeClr val="bg1"/>
            </a:solidFill>
          </a:endParaRPr>
        </a:p>
      </dgm:t>
    </dgm:pt>
    <dgm:pt modelId="{14815186-40B1-4A48-A78B-ECBFBA87B212}" type="parTrans" cxnId="{7EEAFFAF-5B28-423B-B5B2-D6C3DA60AB94}">
      <dgm:prSet/>
      <dgm:spPr/>
      <dgm:t>
        <a:bodyPr/>
        <a:lstStyle/>
        <a:p>
          <a:endParaRPr lang="en-US"/>
        </a:p>
      </dgm:t>
    </dgm:pt>
    <dgm:pt modelId="{C53F4D07-5EAD-48E0-8A51-3440B69944D9}" type="sibTrans" cxnId="{7EEAFFAF-5B28-423B-B5B2-D6C3DA60AB94}">
      <dgm:prSet/>
      <dgm:spPr/>
      <dgm:t>
        <a:bodyPr/>
        <a:lstStyle/>
        <a:p>
          <a:endParaRPr lang="en-US"/>
        </a:p>
      </dgm:t>
    </dgm:pt>
    <dgm:pt modelId="{5BBA32B9-F8CB-4527-8C7A-16DD162FBE49}">
      <dgm:prSet custT="1"/>
      <dgm:spPr/>
      <dgm:t>
        <a:bodyPr/>
        <a:lstStyle/>
        <a:p>
          <a:r>
            <a:rPr lang="en-US" sz="1600" b="1" i="0" dirty="0">
              <a:solidFill>
                <a:schemeClr val="bg1"/>
              </a:solidFill>
            </a:rPr>
            <a:t>Get User Input (Start, Destination, Preference)</a:t>
          </a:r>
          <a:endParaRPr lang="en-US" sz="1600" b="1" dirty="0">
            <a:solidFill>
              <a:schemeClr val="bg1"/>
            </a:solidFill>
          </a:endParaRPr>
        </a:p>
      </dgm:t>
    </dgm:pt>
    <dgm:pt modelId="{6285219D-9C59-4853-8792-737CFCB3C87B}" type="parTrans" cxnId="{78801207-CF24-4410-A4B7-994A284CE282}">
      <dgm:prSet/>
      <dgm:spPr/>
      <dgm:t>
        <a:bodyPr/>
        <a:lstStyle/>
        <a:p>
          <a:endParaRPr lang="en-US"/>
        </a:p>
      </dgm:t>
    </dgm:pt>
    <dgm:pt modelId="{B9959662-42B2-46AE-8B83-EADD163D4A05}" type="sibTrans" cxnId="{78801207-CF24-4410-A4B7-994A284CE282}">
      <dgm:prSet/>
      <dgm:spPr/>
      <dgm:t>
        <a:bodyPr/>
        <a:lstStyle/>
        <a:p>
          <a:endParaRPr lang="en-US"/>
        </a:p>
      </dgm:t>
    </dgm:pt>
    <dgm:pt modelId="{696FCD73-60C5-4793-AC3A-D7E9130C644F}">
      <dgm:prSet custT="1"/>
      <dgm:spPr/>
      <dgm:t>
        <a:bodyPr/>
        <a:lstStyle/>
        <a:p>
          <a:r>
            <a:rPr lang="en-US" sz="1600" b="1" i="0" dirty="0">
              <a:solidFill>
                <a:schemeClr val="bg1"/>
              </a:solidFill>
            </a:rPr>
            <a:t>Run A* Pathfinding (Multi-Modal)</a:t>
          </a:r>
          <a:endParaRPr lang="en-US" sz="1600" b="1" dirty="0">
            <a:solidFill>
              <a:schemeClr val="bg1"/>
            </a:solidFill>
          </a:endParaRPr>
        </a:p>
      </dgm:t>
    </dgm:pt>
    <dgm:pt modelId="{C29E62D4-8333-49B0-BDB1-1C801D204ADE}" type="parTrans" cxnId="{C6B3B086-486F-44C0-BC0A-5333AD868FE6}">
      <dgm:prSet/>
      <dgm:spPr/>
      <dgm:t>
        <a:bodyPr/>
        <a:lstStyle/>
        <a:p>
          <a:endParaRPr lang="en-US"/>
        </a:p>
      </dgm:t>
    </dgm:pt>
    <dgm:pt modelId="{9896DC30-89E9-4F40-B4D8-46ED0B72421D}" type="sibTrans" cxnId="{C6B3B086-486F-44C0-BC0A-5333AD868FE6}">
      <dgm:prSet/>
      <dgm:spPr/>
      <dgm:t>
        <a:bodyPr/>
        <a:lstStyle/>
        <a:p>
          <a:endParaRPr lang="en-US"/>
        </a:p>
      </dgm:t>
    </dgm:pt>
    <dgm:pt modelId="{EBB1F640-5755-4BB9-9494-38ECBAB12DE4}">
      <dgm:prSet custT="1"/>
      <dgm:spPr/>
      <dgm:t>
        <a:bodyPr/>
        <a:lstStyle/>
        <a:p>
          <a:r>
            <a:rPr lang="en-US" sz="1600" b="1" i="0" dirty="0">
              <a:solidFill>
                <a:schemeClr val="bg1"/>
              </a:solidFill>
            </a:rPr>
            <a:t>Apply Traffic Simulation</a:t>
          </a:r>
          <a:endParaRPr lang="en-US" sz="1600" b="1" dirty="0">
            <a:solidFill>
              <a:schemeClr val="bg1"/>
            </a:solidFill>
          </a:endParaRPr>
        </a:p>
      </dgm:t>
    </dgm:pt>
    <dgm:pt modelId="{4F25298D-5318-4C40-AC2D-1C12B340F52C}" type="parTrans" cxnId="{6F7D04BD-9E80-4A5B-B379-855D1E4A2186}">
      <dgm:prSet/>
      <dgm:spPr/>
      <dgm:t>
        <a:bodyPr/>
        <a:lstStyle/>
        <a:p>
          <a:endParaRPr lang="en-US"/>
        </a:p>
      </dgm:t>
    </dgm:pt>
    <dgm:pt modelId="{507D3D76-FFCE-4967-A42F-37BD5167954B}" type="sibTrans" cxnId="{6F7D04BD-9E80-4A5B-B379-855D1E4A2186}">
      <dgm:prSet/>
      <dgm:spPr/>
      <dgm:t>
        <a:bodyPr/>
        <a:lstStyle/>
        <a:p>
          <a:endParaRPr lang="en-US"/>
        </a:p>
      </dgm:t>
    </dgm:pt>
    <dgm:pt modelId="{2202A5A0-12ED-4399-9546-C083AEB6A367}">
      <dgm:prSet custT="1"/>
      <dgm:spPr/>
      <dgm:t>
        <a:bodyPr/>
        <a:lstStyle/>
        <a:p>
          <a:r>
            <a:rPr lang="en-US" sz="1600" b="1" i="0" dirty="0">
              <a:solidFill>
                <a:schemeClr val="bg1"/>
              </a:solidFill>
            </a:rPr>
            <a:t>Optimize Transfer Points</a:t>
          </a:r>
          <a:endParaRPr lang="en-US" sz="1600" b="1" dirty="0">
            <a:solidFill>
              <a:schemeClr val="bg1"/>
            </a:solidFill>
          </a:endParaRPr>
        </a:p>
      </dgm:t>
    </dgm:pt>
    <dgm:pt modelId="{E2CAE181-B1F6-4C58-97C1-1DA91A378842}" type="parTrans" cxnId="{5B294F7B-F9E3-4C7D-A48D-459B557170D0}">
      <dgm:prSet/>
      <dgm:spPr/>
      <dgm:t>
        <a:bodyPr/>
        <a:lstStyle/>
        <a:p>
          <a:endParaRPr lang="en-US"/>
        </a:p>
      </dgm:t>
    </dgm:pt>
    <dgm:pt modelId="{CF2219ED-2E99-45B6-9033-69373726A395}" type="sibTrans" cxnId="{5B294F7B-F9E3-4C7D-A48D-459B557170D0}">
      <dgm:prSet/>
      <dgm:spPr/>
      <dgm:t>
        <a:bodyPr/>
        <a:lstStyle/>
        <a:p>
          <a:endParaRPr lang="en-US"/>
        </a:p>
      </dgm:t>
    </dgm:pt>
    <dgm:pt modelId="{25C566C3-4BB8-43EB-A157-5520C6BE4483}">
      <dgm:prSet custT="1"/>
      <dgm:spPr/>
      <dgm:t>
        <a:bodyPr/>
        <a:lstStyle/>
        <a:p>
          <a:r>
            <a:rPr lang="en-US" sz="1600" b="1" i="0" dirty="0">
              <a:solidFill>
                <a:schemeClr val="bg1"/>
              </a:solidFill>
            </a:rPr>
            <a:t>Generate Multiple Route Options</a:t>
          </a:r>
          <a:endParaRPr lang="en-US" sz="1600" b="1" dirty="0">
            <a:solidFill>
              <a:schemeClr val="bg1"/>
            </a:solidFill>
          </a:endParaRPr>
        </a:p>
      </dgm:t>
    </dgm:pt>
    <dgm:pt modelId="{DF59E3A9-9D0D-4F57-B56D-FCF107DF6D3B}" type="parTrans" cxnId="{5EBFED4B-C642-4227-B0B5-9E28FDCD8DDA}">
      <dgm:prSet/>
      <dgm:spPr/>
      <dgm:t>
        <a:bodyPr/>
        <a:lstStyle/>
        <a:p>
          <a:endParaRPr lang="en-US"/>
        </a:p>
      </dgm:t>
    </dgm:pt>
    <dgm:pt modelId="{9B97CF7A-95D0-4CB3-94DE-B6F3EDC9E292}" type="sibTrans" cxnId="{5EBFED4B-C642-4227-B0B5-9E28FDCD8DDA}">
      <dgm:prSet/>
      <dgm:spPr/>
      <dgm:t>
        <a:bodyPr/>
        <a:lstStyle/>
        <a:p>
          <a:endParaRPr lang="en-US"/>
        </a:p>
      </dgm:t>
    </dgm:pt>
    <dgm:pt modelId="{56A344BD-C1CC-4726-B744-5949FD8EB54A}">
      <dgm:prSet custT="1"/>
      <dgm:spPr/>
      <dgm:t>
        <a:bodyPr/>
        <a:lstStyle/>
        <a:p>
          <a:r>
            <a:rPr lang="en-US" sz="1600" b="1" i="0" dirty="0">
              <a:solidFill>
                <a:schemeClr val="bg1"/>
              </a:solidFill>
            </a:rPr>
            <a:t>Display Personalized Routes</a:t>
          </a:r>
          <a:endParaRPr lang="en-US" sz="1600" b="1" dirty="0">
            <a:solidFill>
              <a:schemeClr val="bg1"/>
            </a:solidFill>
          </a:endParaRPr>
        </a:p>
      </dgm:t>
    </dgm:pt>
    <dgm:pt modelId="{02373453-786D-4B92-8A19-EE6F6A6544B7}" type="parTrans" cxnId="{C61641C5-5A8E-45A6-8A8B-E85E7419B47C}">
      <dgm:prSet/>
      <dgm:spPr/>
      <dgm:t>
        <a:bodyPr/>
        <a:lstStyle/>
        <a:p>
          <a:endParaRPr lang="en-US"/>
        </a:p>
      </dgm:t>
    </dgm:pt>
    <dgm:pt modelId="{A6A1DC47-03C3-4520-A194-33AD1999357B}" type="sibTrans" cxnId="{C61641C5-5A8E-45A6-8A8B-E85E7419B47C}">
      <dgm:prSet/>
      <dgm:spPr/>
      <dgm:t>
        <a:bodyPr/>
        <a:lstStyle/>
        <a:p>
          <a:endParaRPr lang="en-US"/>
        </a:p>
      </dgm:t>
    </dgm:pt>
    <dgm:pt modelId="{02425C10-8B18-4E66-A846-E09E7279E0F3}" type="pres">
      <dgm:prSet presAssocID="{46431CDA-1171-46EC-BFD0-B6FB20D4E145}" presName="Name0" presStyleCnt="0">
        <dgm:presLayoutVars>
          <dgm:dir/>
          <dgm:animLvl val="lvl"/>
          <dgm:resizeHandles val="exact"/>
        </dgm:presLayoutVars>
      </dgm:prSet>
      <dgm:spPr/>
    </dgm:pt>
    <dgm:pt modelId="{906D58EA-C621-4C37-958C-65C95E12CFEA}" type="pres">
      <dgm:prSet presAssocID="{56A344BD-C1CC-4726-B744-5949FD8EB54A}" presName="boxAndChildren" presStyleCnt="0"/>
      <dgm:spPr/>
    </dgm:pt>
    <dgm:pt modelId="{7F4FC6ED-91FE-44FA-B2C9-F88A4D8E54D4}" type="pres">
      <dgm:prSet presAssocID="{56A344BD-C1CC-4726-B744-5949FD8EB54A}" presName="parentTextBox" presStyleLbl="node1" presStyleIdx="0" presStyleCnt="7"/>
      <dgm:spPr/>
    </dgm:pt>
    <dgm:pt modelId="{083B605A-9982-4F8E-9E33-EF07A639609E}" type="pres">
      <dgm:prSet presAssocID="{9B97CF7A-95D0-4CB3-94DE-B6F3EDC9E292}" presName="sp" presStyleCnt="0"/>
      <dgm:spPr/>
    </dgm:pt>
    <dgm:pt modelId="{C2FAD4C1-AB4B-401A-85A0-614814E7D826}" type="pres">
      <dgm:prSet presAssocID="{25C566C3-4BB8-43EB-A157-5520C6BE4483}" presName="arrowAndChildren" presStyleCnt="0"/>
      <dgm:spPr/>
    </dgm:pt>
    <dgm:pt modelId="{61BF051E-F637-4191-83AC-179B9E1B386E}" type="pres">
      <dgm:prSet presAssocID="{25C566C3-4BB8-43EB-A157-5520C6BE4483}" presName="parentTextArrow" presStyleLbl="node1" presStyleIdx="1" presStyleCnt="7"/>
      <dgm:spPr/>
    </dgm:pt>
    <dgm:pt modelId="{4A8FC283-3B84-4B87-98CD-96127514D444}" type="pres">
      <dgm:prSet presAssocID="{CF2219ED-2E99-45B6-9033-69373726A395}" presName="sp" presStyleCnt="0"/>
      <dgm:spPr/>
    </dgm:pt>
    <dgm:pt modelId="{706763CF-5A63-4B5A-984A-973A9456C509}" type="pres">
      <dgm:prSet presAssocID="{2202A5A0-12ED-4399-9546-C083AEB6A367}" presName="arrowAndChildren" presStyleCnt="0"/>
      <dgm:spPr/>
    </dgm:pt>
    <dgm:pt modelId="{5F242B40-7A61-4AB8-8534-BC89E0DC8D45}" type="pres">
      <dgm:prSet presAssocID="{2202A5A0-12ED-4399-9546-C083AEB6A367}" presName="parentTextArrow" presStyleLbl="node1" presStyleIdx="2" presStyleCnt="7"/>
      <dgm:spPr/>
    </dgm:pt>
    <dgm:pt modelId="{D109D44D-B397-4FFE-96F3-A85A2B0B5416}" type="pres">
      <dgm:prSet presAssocID="{507D3D76-FFCE-4967-A42F-37BD5167954B}" presName="sp" presStyleCnt="0"/>
      <dgm:spPr/>
    </dgm:pt>
    <dgm:pt modelId="{05F6396F-A7B7-48A9-BFCB-DEE4C97EF976}" type="pres">
      <dgm:prSet presAssocID="{EBB1F640-5755-4BB9-9494-38ECBAB12DE4}" presName="arrowAndChildren" presStyleCnt="0"/>
      <dgm:spPr/>
    </dgm:pt>
    <dgm:pt modelId="{3C906BF4-4BF2-4499-A1AC-5E69161922DE}" type="pres">
      <dgm:prSet presAssocID="{EBB1F640-5755-4BB9-9494-38ECBAB12DE4}" presName="parentTextArrow" presStyleLbl="node1" presStyleIdx="3" presStyleCnt="7"/>
      <dgm:spPr/>
    </dgm:pt>
    <dgm:pt modelId="{DB8D5CFA-0407-48A4-AA5A-7906FB303635}" type="pres">
      <dgm:prSet presAssocID="{9896DC30-89E9-4F40-B4D8-46ED0B72421D}" presName="sp" presStyleCnt="0"/>
      <dgm:spPr/>
    </dgm:pt>
    <dgm:pt modelId="{DA74B54F-CF30-4DDC-9FDF-F694F40E6012}" type="pres">
      <dgm:prSet presAssocID="{696FCD73-60C5-4793-AC3A-D7E9130C644F}" presName="arrowAndChildren" presStyleCnt="0"/>
      <dgm:spPr/>
    </dgm:pt>
    <dgm:pt modelId="{501B01EC-063E-4063-A2FA-351A1A069509}" type="pres">
      <dgm:prSet presAssocID="{696FCD73-60C5-4793-AC3A-D7E9130C644F}" presName="parentTextArrow" presStyleLbl="node1" presStyleIdx="4" presStyleCnt="7"/>
      <dgm:spPr/>
    </dgm:pt>
    <dgm:pt modelId="{47F3EA41-780B-408B-8670-4271BC384649}" type="pres">
      <dgm:prSet presAssocID="{B9959662-42B2-46AE-8B83-EADD163D4A05}" presName="sp" presStyleCnt="0"/>
      <dgm:spPr/>
    </dgm:pt>
    <dgm:pt modelId="{B75CE089-B8A9-4291-AB1E-11501FEB4A2E}" type="pres">
      <dgm:prSet presAssocID="{5BBA32B9-F8CB-4527-8C7A-16DD162FBE49}" presName="arrowAndChildren" presStyleCnt="0"/>
      <dgm:spPr/>
    </dgm:pt>
    <dgm:pt modelId="{F80D007E-2D5A-452B-91C6-851639BEAF22}" type="pres">
      <dgm:prSet presAssocID="{5BBA32B9-F8CB-4527-8C7A-16DD162FBE49}" presName="parentTextArrow" presStyleLbl="node1" presStyleIdx="5" presStyleCnt="7"/>
      <dgm:spPr/>
    </dgm:pt>
    <dgm:pt modelId="{26CC4901-2A6B-414C-AE7E-C0879226AF31}" type="pres">
      <dgm:prSet presAssocID="{C53F4D07-5EAD-48E0-8A51-3440B69944D9}" presName="sp" presStyleCnt="0"/>
      <dgm:spPr/>
    </dgm:pt>
    <dgm:pt modelId="{25C72AAF-A259-45B6-B3EB-3C0F6FA37E43}" type="pres">
      <dgm:prSet presAssocID="{B107AE8A-6706-4086-A8A6-80D7A1C5329E}" presName="arrowAndChildren" presStyleCnt="0"/>
      <dgm:spPr/>
    </dgm:pt>
    <dgm:pt modelId="{A0E4EAA6-2ADD-4E4D-B3B4-525FA2EFC5AE}" type="pres">
      <dgm:prSet presAssocID="{B107AE8A-6706-4086-A8A6-80D7A1C5329E}" presName="parentTextArrow" presStyleLbl="node1" presStyleIdx="6" presStyleCnt="7"/>
      <dgm:spPr/>
    </dgm:pt>
  </dgm:ptLst>
  <dgm:cxnLst>
    <dgm:cxn modelId="{78801207-CF24-4410-A4B7-994A284CE282}" srcId="{46431CDA-1171-46EC-BFD0-B6FB20D4E145}" destId="{5BBA32B9-F8CB-4527-8C7A-16DD162FBE49}" srcOrd="1" destOrd="0" parTransId="{6285219D-9C59-4853-8792-737CFCB3C87B}" sibTransId="{B9959662-42B2-46AE-8B83-EADD163D4A05}"/>
    <dgm:cxn modelId="{5EBFED4B-C642-4227-B0B5-9E28FDCD8DDA}" srcId="{46431CDA-1171-46EC-BFD0-B6FB20D4E145}" destId="{25C566C3-4BB8-43EB-A157-5520C6BE4483}" srcOrd="5" destOrd="0" parTransId="{DF59E3A9-9D0D-4F57-B56D-FCF107DF6D3B}" sibTransId="{9B97CF7A-95D0-4CB3-94DE-B6F3EDC9E292}"/>
    <dgm:cxn modelId="{5B294F7B-F9E3-4C7D-A48D-459B557170D0}" srcId="{46431CDA-1171-46EC-BFD0-B6FB20D4E145}" destId="{2202A5A0-12ED-4399-9546-C083AEB6A367}" srcOrd="4" destOrd="0" parTransId="{E2CAE181-B1F6-4C58-97C1-1DA91A378842}" sibTransId="{CF2219ED-2E99-45B6-9033-69373726A395}"/>
    <dgm:cxn modelId="{32141A7E-5347-4C4B-AEFE-336A8A2AB51B}" type="presOf" srcId="{EBB1F640-5755-4BB9-9494-38ECBAB12DE4}" destId="{3C906BF4-4BF2-4499-A1AC-5E69161922DE}" srcOrd="0" destOrd="0" presId="urn:microsoft.com/office/officeart/2005/8/layout/process4"/>
    <dgm:cxn modelId="{C6B3B086-486F-44C0-BC0A-5333AD868FE6}" srcId="{46431CDA-1171-46EC-BFD0-B6FB20D4E145}" destId="{696FCD73-60C5-4793-AC3A-D7E9130C644F}" srcOrd="2" destOrd="0" parTransId="{C29E62D4-8333-49B0-BDB1-1C801D204ADE}" sibTransId="{9896DC30-89E9-4F40-B4D8-46ED0B72421D}"/>
    <dgm:cxn modelId="{1803728D-3303-413F-841C-08F1F480A302}" type="presOf" srcId="{B107AE8A-6706-4086-A8A6-80D7A1C5329E}" destId="{A0E4EAA6-2ADD-4E4D-B3B4-525FA2EFC5AE}" srcOrd="0" destOrd="0" presId="urn:microsoft.com/office/officeart/2005/8/layout/process4"/>
    <dgm:cxn modelId="{DD75F2A3-C0DC-43CC-891D-A1E328DAF812}" type="presOf" srcId="{25C566C3-4BB8-43EB-A157-5520C6BE4483}" destId="{61BF051E-F637-4191-83AC-179B9E1B386E}" srcOrd="0" destOrd="0" presId="urn:microsoft.com/office/officeart/2005/8/layout/process4"/>
    <dgm:cxn modelId="{7EEAFFAF-5B28-423B-B5B2-D6C3DA60AB94}" srcId="{46431CDA-1171-46EC-BFD0-B6FB20D4E145}" destId="{B107AE8A-6706-4086-A8A6-80D7A1C5329E}" srcOrd="0" destOrd="0" parTransId="{14815186-40B1-4A48-A78B-ECBFBA87B212}" sibTransId="{C53F4D07-5EAD-48E0-8A51-3440B69944D9}"/>
    <dgm:cxn modelId="{C811D7B5-6ED5-4656-8D45-8DBE8685FB3B}" type="presOf" srcId="{696FCD73-60C5-4793-AC3A-D7E9130C644F}" destId="{501B01EC-063E-4063-A2FA-351A1A069509}" srcOrd="0" destOrd="0" presId="urn:microsoft.com/office/officeart/2005/8/layout/process4"/>
    <dgm:cxn modelId="{6F7D04BD-9E80-4A5B-B379-855D1E4A2186}" srcId="{46431CDA-1171-46EC-BFD0-B6FB20D4E145}" destId="{EBB1F640-5755-4BB9-9494-38ECBAB12DE4}" srcOrd="3" destOrd="0" parTransId="{4F25298D-5318-4C40-AC2D-1C12B340F52C}" sibTransId="{507D3D76-FFCE-4967-A42F-37BD5167954B}"/>
    <dgm:cxn modelId="{58399CC1-093C-4959-831D-EB7C8A5AD925}" type="presOf" srcId="{5BBA32B9-F8CB-4527-8C7A-16DD162FBE49}" destId="{F80D007E-2D5A-452B-91C6-851639BEAF22}" srcOrd="0" destOrd="0" presId="urn:microsoft.com/office/officeart/2005/8/layout/process4"/>
    <dgm:cxn modelId="{C61641C5-5A8E-45A6-8A8B-E85E7419B47C}" srcId="{46431CDA-1171-46EC-BFD0-B6FB20D4E145}" destId="{56A344BD-C1CC-4726-B744-5949FD8EB54A}" srcOrd="6" destOrd="0" parTransId="{02373453-786D-4B92-8A19-EE6F6A6544B7}" sibTransId="{A6A1DC47-03C3-4520-A194-33AD1999357B}"/>
    <dgm:cxn modelId="{44803DDD-DCDE-47B8-9DAF-B5072790C34C}" type="presOf" srcId="{2202A5A0-12ED-4399-9546-C083AEB6A367}" destId="{5F242B40-7A61-4AB8-8534-BC89E0DC8D45}" srcOrd="0" destOrd="0" presId="urn:microsoft.com/office/officeart/2005/8/layout/process4"/>
    <dgm:cxn modelId="{8635F6E1-65D7-4983-85F8-E9B515D2FC2C}" type="presOf" srcId="{46431CDA-1171-46EC-BFD0-B6FB20D4E145}" destId="{02425C10-8B18-4E66-A846-E09E7279E0F3}" srcOrd="0" destOrd="0" presId="urn:microsoft.com/office/officeart/2005/8/layout/process4"/>
    <dgm:cxn modelId="{C75018F2-6729-4882-A33B-472DC29E381B}" type="presOf" srcId="{56A344BD-C1CC-4726-B744-5949FD8EB54A}" destId="{7F4FC6ED-91FE-44FA-B2C9-F88A4D8E54D4}" srcOrd="0" destOrd="0" presId="urn:microsoft.com/office/officeart/2005/8/layout/process4"/>
    <dgm:cxn modelId="{E472028B-8CF6-4B9D-92FF-66F642FA0449}" type="presParOf" srcId="{02425C10-8B18-4E66-A846-E09E7279E0F3}" destId="{906D58EA-C621-4C37-958C-65C95E12CFEA}" srcOrd="0" destOrd="0" presId="urn:microsoft.com/office/officeart/2005/8/layout/process4"/>
    <dgm:cxn modelId="{150DEE6D-E885-4F21-9702-6D8B50713DD4}" type="presParOf" srcId="{906D58EA-C621-4C37-958C-65C95E12CFEA}" destId="{7F4FC6ED-91FE-44FA-B2C9-F88A4D8E54D4}" srcOrd="0" destOrd="0" presId="urn:microsoft.com/office/officeart/2005/8/layout/process4"/>
    <dgm:cxn modelId="{DDDA5263-2B83-4C32-9B32-7E6486023933}" type="presParOf" srcId="{02425C10-8B18-4E66-A846-E09E7279E0F3}" destId="{083B605A-9982-4F8E-9E33-EF07A639609E}" srcOrd="1" destOrd="0" presId="urn:microsoft.com/office/officeart/2005/8/layout/process4"/>
    <dgm:cxn modelId="{EA2AC200-4ED9-4488-90EB-25464D07BA59}" type="presParOf" srcId="{02425C10-8B18-4E66-A846-E09E7279E0F3}" destId="{C2FAD4C1-AB4B-401A-85A0-614814E7D826}" srcOrd="2" destOrd="0" presId="urn:microsoft.com/office/officeart/2005/8/layout/process4"/>
    <dgm:cxn modelId="{68048D78-F148-4CD5-8633-1B9A6E9F1FDB}" type="presParOf" srcId="{C2FAD4C1-AB4B-401A-85A0-614814E7D826}" destId="{61BF051E-F637-4191-83AC-179B9E1B386E}" srcOrd="0" destOrd="0" presId="urn:microsoft.com/office/officeart/2005/8/layout/process4"/>
    <dgm:cxn modelId="{F8A66136-6F28-4A79-96DD-B72485E8C4E4}" type="presParOf" srcId="{02425C10-8B18-4E66-A846-E09E7279E0F3}" destId="{4A8FC283-3B84-4B87-98CD-96127514D444}" srcOrd="3" destOrd="0" presId="urn:microsoft.com/office/officeart/2005/8/layout/process4"/>
    <dgm:cxn modelId="{818FEE77-4F57-4D5A-8F58-5EB99D42BB5A}" type="presParOf" srcId="{02425C10-8B18-4E66-A846-E09E7279E0F3}" destId="{706763CF-5A63-4B5A-984A-973A9456C509}" srcOrd="4" destOrd="0" presId="urn:microsoft.com/office/officeart/2005/8/layout/process4"/>
    <dgm:cxn modelId="{8CF35216-E033-41B9-BE60-CAE869581B39}" type="presParOf" srcId="{706763CF-5A63-4B5A-984A-973A9456C509}" destId="{5F242B40-7A61-4AB8-8534-BC89E0DC8D45}" srcOrd="0" destOrd="0" presId="urn:microsoft.com/office/officeart/2005/8/layout/process4"/>
    <dgm:cxn modelId="{A433F403-0ECD-4974-A384-131D02968800}" type="presParOf" srcId="{02425C10-8B18-4E66-A846-E09E7279E0F3}" destId="{D109D44D-B397-4FFE-96F3-A85A2B0B5416}" srcOrd="5" destOrd="0" presId="urn:microsoft.com/office/officeart/2005/8/layout/process4"/>
    <dgm:cxn modelId="{8C082FD0-F2F8-4A1E-80DC-EFE30549AC1F}" type="presParOf" srcId="{02425C10-8B18-4E66-A846-E09E7279E0F3}" destId="{05F6396F-A7B7-48A9-BFCB-DEE4C97EF976}" srcOrd="6" destOrd="0" presId="urn:microsoft.com/office/officeart/2005/8/layout/process4"/>
    <dgm:cxn modelId="{50DE9F2D-A5F4-4770-81C5-5528DBDB6449}" type="presParOf" srcId="{05F6396F-A7B7-48A9-BFCB-DEE4C97EF976}" destId="{3C906BF4-4BF2-4499-A1AC-5E69161922DE}" srcOrd="0" destOrd="0" presId="urn:microsoft.com/office/officeart/2005/8/layout/process4"/>
    <dgm:cxn modelId="{65F23C72-3229-4420-9F85-77CA0E42210E}" type="presParOf" srcId="{02425C10-8B18-4E66-A846-E09E7279E0F3}" destId="{DB8D5CFA-0407-48A4-AA5A-7906FB303635}" srcOrd="7" destOrd="0" presId="urn:microsoft.com/office/officeart/2005/8/layout/process4"/>
    <dgm:cxn modelId="{BB2A0398-3F6B-437F-B2A2-0F5A2D110C6F}" type="presParOf" srcId="{02425C10-8B18-4E66-A846-E09E7279E0F3}" destId="{DA74B54F-CF30-4DDC-9FDF-F694F40E6012}" srcOrd="8" destOrd="0" presId="urn:microsoft.com/office/officeart/2005/8/layout/process4"/>
    <dgm:cxn modelId="{4B4973D8-2064-440C-9B13-5A6C9F08BB86}" type="presParOf" srcId="{DA74B54F-CF30-4DDC-9FDF-F694F40E6012}" destId="{501B01EC-063E-4063-A2FA-351A1A069509}" srcOrd="0" destOrd="0" presId="urn:microsoft.com/office/officeart/2005/8/layout/process4"/>
    <dgm:cxn modelId="{13F4F934-538C-419A-A6B5-00088D379A9C}" type="presParOf" srcId="{02425C10-8B18-4E66-A846-E09E7279E0F3}" destId="{47F3EA41-780B-408B-8670-4271BC384649}" srcOrd="9" destOrd="0" presId="urn:microsoft.com/office/officeart/2005/8/layout/process4"/>
    <dgm:cxn modelId="{1FADC40F-2DED-4D90-96ED-3197E30E8753}" type="presParOf" srcId="{02425C10-8B18-4E66-A846-E09E7279E0F3}" destId="{B75CE089-B8A9-4291-AB1E-11501FEB4A2E}" srcOrd="10" destOrd="0" presId="urn:microsoft.com/office/officeart/2005/8/layout/process4"/>
    <dgm:cxn modelId="{C02BE09B-7A26-4EBA-9169-10AB13B9FC38}" type="presParOf" srcId="{B75CE089-B8A9-4291-AB1E-11501FEB4A2E}" destId="{F80D007E-2D5A-452B-91C6-851639BEAF22}" srcOrd="0" destOrd="0" presId="urn:microsoft.com/office/officeart/2005/8/layout/process4"/>
    <dgm:cxn modelId="{352C3627-FB49-4BCD-9DE8-7E40C282027D}" type="presParOf" srcId="{02425C10-8B18-4E66-A846-E09E7279E0F3}" destId="{26CC4901-2A6B-414C-AE7E-C0879226AF31}" srcOrd="11" destOrd="0" presId="urn:microsoft.com/office/officeart/2005/8/layout/process4"/>
    <dgm:cxn modelId="{A1C75A58-6140-410E-8686-7E861D3EB07B}" type="presParOf" srcId="{02425C10-8B18-4E66-A846-E09E7279E0F3}" destId="{25C72AAF-A259-45B6-B3EB-3C0F6FA37E43}" srcOrd="12" destOrd="0" presId="urn:microsoft.com/office/officeart/2005/8/layout/process4"/>
    <dgm:cxn modelId="{15A9496F-C567-4E83-B482-B28415FA6720}" type="presParOf" srcId="{25C72AAF-A259-45B6-B3EB-3C0F6FA37E43}" destId="{A0E4EAA6-2ADD-4E4D-B3B4-525FA2EFC5A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AA33B-D6D8-4217-A4DC-BD7B0F1FFF4C}">
      <dsp:nvSpPr>
        <dsp:cNvPr id="0" name=""/>
        <dsp:cNvSpPr/>
      </dsp:nvSpPr>
      <dsp:spPr>
        <a:xfrm rot="5400000">
          <a:off x="3950932" y="-1550849"/>
          <a:ext cx="786155" cy="40884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/>
            <a:t>Purpose:</a:t>
          </a:r>
          <a:r>
            <a:rPr lang="en-US" sz="1900" b="0" i="0" kern="1200"/>
            <a:t> Finding the fastest path on the map.</a:t>
          </a:r>
          <a:endParaRPr lang="en-US" sz="1900" kern="1200"/>
        </a:p>
      </dsp:txBody>
      <dsp:txXfrm rot="-5400000">
        <a:off x="2299770" y="138690"/>
        <a:ext cx="4050103" cy="709401"/>
      </dsp:txXfrm>
    </dsp:sp>
    <dsp:sp modelId="{9F5725C8-2A8E-4309-B6F2-D4EEE39A7B12}">
      <dsp:nvSpPr>
        <dsp:cNvPr id="0" name=""/>
        <dsp:cNvSpPr/>
      </dsp:nvSpPr>
      <dsp:spPr>
        <a:xfrm>
          <a:off x="0" y="2043"/>
          <a:ext cx="2299770" cy="9826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kern="1200" dirty="0"/>
            <a:t>A Search Algorithm</a:t>
          </a:r>
          <a:r>
            <a:rPr lang="en-US" sz="2000" b="1" i="0" kern="1200" dirty="0"/>
            <a:t>*</a:t>
          </a:r>
          <a:endParaRPr lang="en-US" sz="2000" kern="1200" dirty="0"/>
        </a:p>
      </dsp:txBody>
      <dsp:txXfrm>
        <a:off x="47971" y="50014"/>
        <a:ext cx="2203828" cy="886751"/>
      </dsp:txXfrm>
    </dsp:sp>
    <dsp:sp modelId="{9832B298-20AC-414F-A5AC-6D44AA8425A1}">
      <dsp:nvSpPr>
        <dsp:cNvPr id="0" name=""/>
        <dsp:cNvSpPr/>
      </dsp:nvSpPr>
      <dsp:spPr>
        <a:xfrm rot="5400000">
          <a:off x="3950932" y="-519021"/>
          <a:ext cx="786155" cy="40884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Purpose:</a:t>
          </a:r>
          <a:r>
            <a:rPr lang="en-US" sz="1900" b="0" i="0" kern="1200" dirty="0"/>
            <a:t> Balancing time, cost, and distance based on user choice.</a:t>
          </a:r>
          <a:endParaRPr lang="en-US" sz="1900" kern="1200" dirty="0"/>
        </a:p>
      </dsp:txBody>
      <dsp:txXfrm rot="-5400000">
        <a:off x="2299770" y="1170518"/>
        <a:ext cx="4050103" cy="709401"/>
      </dsp:txXfrm>
    </dsp:sp>
    <dsp:sp modelId="{325B4D53-98F3-4877-8175-96F2D0F9980F}">
      <dsp:nvSpPr>
        <dsp:cNvPr id="0" name=""/>
        <dsp:cNvSpPr/>
      </dsp:nvSpPr>
      <dsp:spPr>
        <a:xfrm>
          <a:off x="0" y="1033871"/>
          <a:ext cx="2299770" cy="9826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Multi-Criteria Weighting Model</a:t>
          </a:r>
          <a:endParaRPr lang="en-US" sz="2000" kern="1200" dirty="0"/>
        </a:p>
      </dsp:txBody>
      <dsp:txXfrm>
        <a:off x="47971" y="1081842"/>
        <a:ext cx="2203828" cy="886751"/>
      </dsp:txXfrm>
    </dsp:sp>
    <dsp:sp modelId="{A1547CCA-FEDD-431E-B7CF-75D462A691CE}">
      <dsp:nvSpPr>
        <dsp:cNvPr id="0" name=""/>
        <dsp:cNvSpPr/>
      </dsp:nvSpPr>
      <dsp:spPr>
        <a:xfrm rot="5400000">
          <a:off x="3950932" y="512807"/>
          <a:ext cx="786155" cy="40884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Purpose:</a:t>
          </a:r>
          <a:r>
            <a:rPr lang="en-US" sz="1900" b="0" i="0" kern="1200" dirty="0"/>
            <a:t> Identifying optimal spots to switch transport modes.</a:t>
          </a:r>
          <a:endParaRPr lang="en-US" sz="1900" kern="1200" dirty="0"/>
        </a:p>
      </dsp:txBody>
      <dsp:txXfrm rot="-5400000">
        <a:off x="2299770" y="2202347"/>
        <a:ext cx="4050103" cy="709401"/>
      </dsp:txXfrm>
    </dsp:sp>
    <dsp:sp modelId="{D46D331B-A697-4000-8182-9B696266805E}">
      <dsp:nvSpPr>
        <dsp:cNvPr id="0" name=""/>
        <dsp:cNvSpPr/>
      </dsp:nvSpPr>
      <dsp:spPr>
        <a:xfrm>
          <a:off x="0" y="2065700"/>
          <a:ext cx="2299770" cy="9826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Transfer Point Detection</a:t>
          </a:r>
          <a:endParaRPr lang="en-US" sz="2000" kern="1200" dirty="0"/>
        </a:p>
      </dsp:txBody>
      <dsp:txXfrm>
        <a:off x="47971" y="2113671"/>
        <a:ext cx="2203828" cy="886751"/>
      </dsp:txXfrm>
    </dsp:sp>
    <dsp:sp modelId="{C6B90BFA-A5B7-40A6-B002-AB273174E3B0}">
      <dsp:nvSpPr>
        <dsp:cNvPr id="0" name=""/>
        <dsp:cNvSpPr/>
      </dsp:nvSpPr>
      <dsp:spPr>
        <a:xfrm rot="5400000">
          <a:off x="3950932" y="1544635"/>
          <a:ext cx="786155" cy="40884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Purpose:</a:t>
          </a:r>
          <a:r>
            <a:rPr lang="en-US" sz="1900" b="0" i="0" kern="1200" dirty="0"/>
            <a:t> Adding random yet realistic delays to routes.</a:t>
          </a:r>
          <a:endParaRPr lang="en-US" sz="1900" kern="1200" dirty="0"/>
        </a:p>
      </dsp:txBody>
      <dsp:txXfrm rot="-5400000">
        <a:off x="2299770" y="3234175"/>
        <a:ext cx="4050103" cy="709401"/>
      </dsp:txXfrm>
    </dsp:sp>
    <dsp:sp modelId="{40E3F4F2-165A-4DC4-9C02-7EA41E3959EE}">
      <dsp:nvSpPr>
        <dsp:cNvPr id="0" name=""/>
        <dsp:cNvSpPr/>
      </dsp:nvSpPr>
      <dsp:spPr>
        <a:xfrm>
          <a:off x="0" y="3097528"/>
          <a:ext cx="2299770" cy="9826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Traffic Simulation Module</a:t>
          </a:r>
          <a:endParaRPr lang="en-US" sz="2000" kern="1200"/>
        </a:p>
      </dsp:txBody>
      <dsp:txXfrm>
        <a:off x="47971" y="3145499"/>
        <a:ext cx="2203828" cy="8867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4FC6ED-91FE-44FA-B2C9-F88A4D8E54D4}">
      <dsp:nvSpPr>
        <dsp:cNvPr id="0" name=""/>
        <dsp:cNvSpPr/>
      </dsp:nvSpPr>
      <dsp:spPr>
        <a:xfrm>
          <a:off x="0" y="5001655"/>
          <a:ext cx="3585883" cy="547328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bg1"/>
              </a:solidFill>
            </a:rPr>
            <a:t>Display Personalized Routes</a:t>
          </a:r>
          <a:endParaRPr lang="en-US" sz="1600" b="1" kern="1200" dirty="0">
            <a:solidFill>
              <a:schemeClr val="bg1"/>
            </a:solidFill>
          </a:endParaRPr>
        </a:p>
      </dsp:txBody>
      <dsp:txXfrm>
        <a:off x="0" y="5001655"/>
        <a:ext cx="3585883" cy="547328"/>
      </dsp:txXfrm>
    </dsp:sp>
    <dsp:sp modelId="{61BF051E-F637-4191-83AC-179B9E1B386E}">
      <dsp:nvSpPr>
        <dsp:cNvPr id="0" name=""/>
        <dsp:cNvSpPr/>
      </dsp:nvSpPr>
      <dsp:spPr>
        <a:xfrm rot="10800000">
          <a:off x="0" y="4168074"/>
          <a:ext cx="3585883" cy="841791"/>
        </a:xfrm>
        <a:prstGeom prst="upArrowCallou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6667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6667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bg1"/>
              </a:solidFill>
            </a:rPr>
            <a:t>Generate Multiple Route Options</a:t>
          </a:r>
          <a:endParaRPr lang="en-US" sz="1600" b="1" kern="1200" dirty="0">
            <a:solidFill>
              <a:schemeClr val="bg1"/>
            </a:solidFill>
          </a:endParaRPr>
        </a:p>
      </dsp:txBody>
      <dsp:txXfrm rot="10800000">
        <a:off x="0" y="4168074"/>
        <a:ext cx="3585883" cy="546971"/>
      </dsp:txXfrm>
    </dsp:sp>
    <dsp:sp modelId="{5F242B40-7A61-4AB8-8534-BC89E0DC8D45}">
      <dsp:nvSpPr>
        <dsp:cNvPr id="0" name=""/>
        <dsp:cNvSpPr/>
      </dsp:nvSpPr>
      <dsp:spPr>
        <a:xfrm rot="10800000">
          <a:off x="0" y="3334493"/>
          <a:ext cx="3585883" cy="841791"/>
        </a:xfrm>
        <a:prstGeom prst="upArrowCallou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13333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13333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1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bg1"/>
              </a:solidFill>
            </a:rPr>
            <a:t>Optimize Transfer Points</a:t>
          </a:r>
          <a:endParaRPr lang="en-US" sz="1600" b="1" kern="1200" dirty="0">
            <a:solidFill>
              <a:schemeClr val="bg1"/>
            </a:solidFill>
          </a:endParaRPr>
        </a:p>
      </dsp:txBody>
      <dsp:txXfrm rot="10800000">
        <a:off x="0" y="3334493"/>
        <a:ext cx="3585883" cy="546971"/>
      </dsp:txXfrm>
    </dsp:sp>
    <dsp:sp modelId="{3C906BF4-4BF2-4499-A1AC-5E69161922DE}">
      <dsp:nvSpPr>
        <dsp:cNvPr id="0" name=""/>
        <dsp:cNvSpPr/>
      </dsp:nvSpPr>
      <dsp:spPr>
        <a:xfrm rot="10800000">
          <a:off x="0" y="2500911"/>
          <a:ext cx="3585883" cy="841791"/>
        </a:xfrm>
        <a:prstGeom prst="upArrowCallou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000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2000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bg1"/>
              </a:solidFill>
            </a:rPr>
            <a:t>Apply Traffic Simulation</a:t>
          </a:r>
          <a:endParaRPr lang="en-US" sz="1600" b="1" kern="1200" dirty="0">
            <a:solidFill>
              <a:schemeClr val="bg1"/>
            </a:solidFill>
          </a:endParaRPr>
        </a:p>
      </dsp:txBody>
      <dsp:txXfrm rot="10800000">
        <a:off x="0" y="2500911"/>
        <a:ext cx="3585883" cy="546971"/>
      </dsp:txXfrm>
    </dsp:sp>
    <dsp:sp modelId="{501B01EC-063E-4063-A2FA-351A1A069509}">
      <dsp:nvSpPr>
        <dsp:cNvPr id="0" name=""/>
        <dsp:cNvSpPr/>
      </dsp:nvSpPr>
      <dsp:spPr>
        <a:xfrm rot="10800000">
          <a:off x="0" y="1667330"/>
          <a:ext cx="3585883" cy="841791"/>
        </a:xfrm>
        <a:prstGeom prst="upArrowCallou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6667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26667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bg1"/>
              </a:solidFill>
            </a:rPr>
            <a:t>Run A* Pathfinding (Multi-Modal)</a:t>
          </a:r>
          <a:endParaRPr lang="en-US" sz="1600" b="1" kern="1200" dirty="0">
            <a:solidFill>
              <a:schemeClr val="bg1"/>
            </a:solidFill>
          </a:endParaRPr>
        </a:p>
      </dsp:txBody>
      <dsp:txXfrm rot="10800000">
        <a:off x="0" y="1667330"/>
        <a:ext cx="3585883" cy="546971"/>
      </dsp:txXfrm>
    </dsp:sp>
    <dsp:sp modelId="{F80D007E-2D5A-452B-91C6-851639BEAF22}">
      <dsp:nvSpPr>
        <dsp:cNvPr id="0" name=""/>
        <dsp:cNvSpPr/>
      </dsp:nvSpPr>
      <dsp:spPr>
        <a:xfrm rot="10800000">
          <a:off x="0" y="833749"/>
          <a:ext cx="3585883" cy="841791"/>
        </a:xfrm>
        <a:prstGeom prst="upArrowCallou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33333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33333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3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bg1"/>
              </a:solidFill>
            </a:rPr>
            <a:t>Get User Input (Start, Destination, Preference)</a:t>
          </a:r>
          <a:endParaRPr lang="en-US" sz="1600" b="1" kern="1200" dirty="0">
            <a:solidFill>
              <a:schemeClr val="bg1"/>
            </a:solidFill>
          </a:endParaRPr>
        </a:p>
      </dsp:txBody>
      <dsp:txXfrm rot="10800000">
        <a:off x="0" y="833749"/>
        <a:ext cx="3585883" cy="546971"/>
      </dsp:txXfrm>
    </dsp:sp>
    <dsp:sp modelId="{A0E4EAA6-2ADD-4E4D-B3B4-525FA2EFC5AE}">
      <dsp:nvSpPr>
        <dsp:cNvPr id="0" name=""/>
        <dsp:cNvSpPr/>
      </dsp:nvSpPr>
      <dsp:spPr>
        <a:xfrm rot="10800000">
          <a:off x="0" y="167"/>
          <a:ext cx="3585883" cy="841791"/>
        </a:xfrm>
        <a:prstGeom prst="upArrowCallou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bg1"/>
              </a:solidFill>
            </a:rPr>
            <a:t>Load OpenStreetMap Data</a:t>
          </a:r>
          <a:endParaRPr lang="en-US" sz="1600" b="1" kern="1200" dirty="0">
            <a:solidFill>
              <a:schemeClr val="bg1"/>
            </a:solidFill>
          </a:endParaRPr>
        </a:p>
      </dsp:txBody>
      <dsp:txXfrm rot="10800000">
        <a:off x="0" y="167"/>
        <a:ext cx="3585883" cy="546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939C-241D-4FDC-8DE8-4EE3F462EE22}" type="datetimeFigureOut">
              <a:rPr lang="en-US" smtClean="0"/>
              <a:t>15-Jan-26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AF473-2665-42A7-89E3-C7BA7EB58D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465970"/>
            <a:ext cx="573988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5"/>
            <a:ext cx="568452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9140" y="3353347"/>
            <a:ext cx="5684520" cy="1106942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2" y="822325"/>
            <a:ext cx="9329058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82851" y="2966037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eft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480" y="4879291"/>
            <a:ext cx="5684520" cy="13255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er text with top bor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er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2" name="Online Image Placehold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3" name="Online Image Placehold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4" name="Online Image Placehold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5" name="Date Placeholder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four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621139"/>
          </a:xfrm>
        </p:spPr>
        <p:txBody>
          <a:bodyPr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2" name="Online Image Placehold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3" name="Online Image Placehold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4" name="Online Image Placehold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8200" y="4112198"/>
            <a:ext cx="3200400" cy="139597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8201" y="5511642"/>
            <a:ext cx="3200400" cy="84470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037"/>
            <a:ext cx="4573200" cy="1325563"/>
          </a:xfrm>
        </p:spPr>
        <p:txBody>
          <a:bodyPr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2" name="Footer Placeholder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Slide Number Placeholder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right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2376805"/>
            <a:ext cx="501396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4150042"/>
            <a:ext cx="5013960" cy="19611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10515600" cy="3080657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27" y="2483861"/>
            <a:ext cx="6930614" cy="737734"/>
          </a:xfrm>
        </p:spPr>
        <p:txBody>
          <a:bodyPr>
            <a:normAutofit fontScale="90000"/>
          </a:bodyPr>
          <a:lstStyle/>
          <a:p>
            <a:r>
              <a:rPr lang="en-US" dirty="0"/>
              <a:t>SMART MULTI-HEURISTIC NAVIGATION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151" y="3726812"/>
            <a:ext cx="568452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Jinnia Sultana </a:t>
            </a:r>
            <a:r>
              <a:rPr lang="en-US" sz="2800" dirty="0" err="1"/>
              <a:t>Prova</a:t>
            </a:r>
            <a:endParaRPr lang="en-US" sz="2800" dirty="0"/>
          </a:p>
          <a:p>
            <a:r>
              <a:rPr lang="en-US" sz="2800" dirty="0"/>
              <a:t>BSSE1627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753BD-42B1-475E-8379-CEDF26BD8D2D}"/>
              </a:ext>
            </a:extLst>
          </p:cNvPr>
          <p:cNvSpPr txBox="1"/>
          <p:nvPr/>
        </p:nvSpPr>
        <p:spPr>
          <a:xfrm>
            <a:off x="-80682" y="3726812"/>
            <a:ext cx="45182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solidFill>
                  <a:schemeClr val="bg1"/>
                </a:solidFill>
              </a:rPr>
              <a:t>Supervised By,</a:t>
            </a:r>
          </a:p>
          <a:p>
            <a:pPr lvl="1"/>
            <a:r>
              <a:rPr lang="en-US" sz="2800" dirty="0" err="1">
                <a:solidFill>
                  <a:schemeClr val="bg1"/>
                </a:solidFill>
              </a:rPr>
              <a:t>Mridha</a:t>
            </a:r>
            <a:r>
              <a:rPr lang="en-US" sz="2800" dirty="0">
                <a:solidFill>
                  <a:schemeClr val="bg1"/>
                </a:solidFill>
              </a:rPr>
              <a:t> Md </a:t>
            </a:r>
            <a:r>
              <a:rPr lang="en-US" sz="2800" dirty="0" err="1">
                <a:solidFill>
                  <a:schemeClr val="bg1"/>
                </a:solidFill>
              </a:rPr>
              <a:t>Nafis</a:t>
            </a:r>
            <a:r>
              <a:rPr lang="en-US" sz="2800" dirty="0">
                <a:solidFill>
                  <a:schemeClr val="bg1"/>
                </a:solidFill>
              </a:rPr>
              <a:t> Fuad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Lecturer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IIT, University of Dhaka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F8313-4714-4269-8263-E2D11CC38903}"/>
              </a:ext>
            </a:extLst>
          </p:cNvPr>
          <p:cNvSpPr txBox="1"/>
          <p:nvPr/>
        </p:nvSpPr>
        <p:spPr>
          <a:xfrm>
            <a:off x="11394141" y="152400"/>
            <a:ext cx="48409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10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6282"/>
            <a:ext cx="5065059" cy="747396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Project Overview</a:t>
            </a:r>
            <a:endParaRPr lang="en-ZA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670" y="1220471"/>
            <a:ext cx="11143130" cy="52712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Objective:</a:t>
            </a:r>
            <a:b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  <a:t>To design and implement an intelligent navigation system that dynamically generates optimal multi-modal routes by leveraging graph algorithms and user-centric preference modeling.</a:t>
            </a:r>
          </a:p>
          <a:p>
            <a:pPr algn="l"/>
            <a:r>
              <a:rPr lang="en-US" sz="2800" b="1" dirty="0">
                <a:solidFill>
                  <a:srgbClr val="0F1115"/>
                </a:solidFill>
                <a:effectLst/>
                <a:latin typeface="quote-cjk-patch"/>
              </a:rPr>
              <a:t>Key Features</a:t>
            </a:r>
          </a:p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0F1115"/>
                </a:solidFill>
                <a:effectLst/>
                <a:latin typeface="quote-cjk-patch"/>
              </a:rPr>
              <a:t>Multi-Modal Route Integration</a:t>
            </a:r>
            <a:b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  <a:t>Intelligently combines walking, rickshaw</a:t>
            </a:r>
            <a:r>
              <a:rPr lang="en-US" sz="2200" b="0" i="0">
                <a:solidFill>
                  <a:srgbClr val="0F1115"/>
                </a:solidFill>
                <a:effectLst/>
                <a:latin typeface="quote-cjk-patch"/>
              </a:rPr>
              <a:t>, bike, </a:t>
            </a:r>
            <a: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  <a:t>bus, and metro into a single seamless journey.</a:t>
            </a:r>
          </a:p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0F1115"/>
                </a:solidFill>
                <a:effectLst/>
                <a:latin typeface="quote-cjk-patch"/>
              </a:rPr>
              <a:t>User-Driven Preference Balancing</a:t>
            </a:r>
            <a:b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  <a:t>Allows personalized route optimization based on time, cost, and distance priorities.</a:t>
            </a:r>
          </a:p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0F1115"/>
                </a:solidFill>
                <a:effectLst/>
                <a:latin typeface="quote-cjk-patch"/>
              </a:rPr>
              <a:t>Real-World Map &amp; Traffic Simulation</a:t>
            </a:r>
            <a:b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  <a:t>Uses OpenStreetMap data with simulated traffic to provide accurate and realistic navigation.</a:t>
            </a:r>
          </a:p>
          <a:p>
            <a:pPr algn="l">
              <a:buFont typeface="+mj-lt"/>
              <a:buAutoNum type="arabicPeriod"/>
            </a:pPr>
            <a:r>
              <a:rPr lang="en-US" sz="2200" b="1" i="0" dirty="0">
                <a:solidFill>
                  <a:srgbClr val="0F1115"/>
                </a:solidFill>
                <a:effectLst/>
                <a:latin typeface="quote-cjk-patch"/>
              </a:rPr>
              <a:t>Seamless Transfer &amp; Multiple Route Options</a:t>
            </a:r>
            <a:b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200" b="0" i="0" dirty="0">
                <a:solidFill>
                  <a:srgbClr val="0F1115"/>
                </a:solidFill>
                <a:effectLst/>
                <a:latin typeface="quote-cjk-patch"/>
              </a:rPr>
              <a:t>Suggests optimal switching points and offers several balanced route alternatives.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70C2D-76A1-4ACD-8C6D-54DDCD5915F9}"/>
              </a:ext>
            </a:extLst>
          </p:cNvPr>
          <p:cNvSpPr txBox="1"/>
          <p:nvPr/>
        </p:nvSpPr>
        <p:spPr>
          <a:xfrm>
            <a:off x="11636188" y="104672"/>
            <a:ext cx="3048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72119"/>
            <a:ext cx="5684520" cy="113851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en-US" sz="4900" dirty="0"/>
            </a:b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effectLst/>
                <a:latin typeface="quote-cjk-patch"/>
              </a:rPr>
              <a:t>Algorithms/Methods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66F28B0E-6564-43AD-87DE-F10F1766BF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675093"/>
              </p:ext>
            </p:extLst>
          </p:nvPr>
        </p:nvGraphicFramePr>
        <p:xfrm>
          <a:off x="5147085" y="1387867"/>
          <a:ext cx="6388250" cy="4082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58F7BB4-897E-487A-98EF-BFF69363E270}"/>
              </a:ext>
            </a:extLst>
          </p:cNvPr>
          <p:cNvSpPr txBox="1"/>
          <p:nvPr/>
        </p:nvSpPr>
        <p:spPr>
          <a:xfrm>
            <a:off x="11535335" y="224118"/>
            <a:ext cx="358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0565"/>
            <a:ext cx="4141694" cy="922151"/>
          </a:xfrm>
        </p:spPr>
        <p:txBody>
          <a:bodyPr>
            <a:normAutofit/>
          </a:bodyPr>
          <a:lstStyle/>
          <a:p>
            <a:r>
              <a:rPr lang="en-ZA" sz="3200" dirty="0">
                <a:solidFill>
                  <a:schemeClr val="accent3">
                    <a:lumMod val="10000"/>
                  </a:schemeClr>
                </a:solidFill>
              </a:rPr>
              <a:t>Language &amp;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65293"/>
            <a:ext cx="4747709" cy="2214283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endParaRPr lang="en-US" sz="2800" b="0" i="0" dirty="0"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accent4">
                    <a:lumMod val="75000"/>
                  </a:schemeClr>
                </a:solidFill>
                <a:effectLst/>
                <a:latin typeface="quote-cjk-patch"/>
              </a:rPr>
              <a:t>C++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accent4">
                    <a:lumMod val="75000"/>
                  </a:schemeClr>
                </a:solidFill>
                <a:effectLst/>
                <a:latin typeface="quote-cjk-patch"/>
              </a:rPr>
              <a:t>OpenStreetMap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accent4">
                    <a:lumMod val="75000"/>
                  </a:schemeClr>
                </a:solidFill>
                <a:effectLst/>
                <a:latin typeface="quote-cjk-patch"/>
              </a:rPr>
              <a:t>VS Code with GCC Compiler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quote-cjk-patch"/>
              </a:rPr>
              <a:t>File Handling For Map Data</a:t>
            </a:r>
            <a:endParaRPr lang="en-US" sz="2800" b="0" i="0" dirty="0">
              <a:solidFill>
                <a:schemeClr val="accent4">
                  <a:lumMod val="75000"/>
                </a:schemeClr>
              </a:solidFill>
              <a:effectLst/>
              <a:latin typeface="quote-cjk-patch"/>
            </a:endParaRPr>
          </a:p>
          <a:p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0281F2C-ADD4-4F65-B2E9-8F0D85C258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550755"/>
              </p:ext>
            </p:extLst>
          </p:nvPr>
        </p:nvGraphicFramePr>
        <p:xfrm>
          <a:off x="7781365" y="860611"/>
          <a:ext cx="3585883" cy="5549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94B893-ADA7-4ADB-94F5-3E0578D17320}"/>
              </a:ext>
            </a:extLst>
          </p:cNvPr>
          <p:cNvSpPr txBox="1"/>
          <p:nvPr/>
        </p:nvSpPr>
        <p:spPr>
          <a:xfrm>
            <a:off x="4141694" y="3417692"/>
            <a:ext cx="2447365" cy="12618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</a:rPr>
              <a:t>Workflow</a:t>
            </a:r>
          </a:p>
          <a:p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6F3AC2A-F7BA-4D52-BD68-0F2EDDBAAA82}"/>
              </a:ext>
            </a:extLst>
          </p:cNvPr>
          <p:cNvSpPr/>
          <p:nvPr/>
        </p:nvSpPr>
        <p:spPr>
          <a:xfrm>
            <a:off x="6589059" y="3635187"/>
            <a:ext cx="899161" cy="358589"/>
          </a:xfrm>
          <a:prstGeom prst="rightArrow">
            <a:avLst>
              <a:gd name="adj1" fmla="val 24637"/>
              <a:gd name="adj2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96BF0-250D-4E34-8999-FF056AA76522}"/>
              </a:ext>
            </a:extLst>
          </p:cNvPr>
          <p:cNvSpPr txBox="1"/>
          <p:nvPr/>
        </p:nvSpPr>
        <p:spPr>
          <a:xfrm>
            <a:off x="11591365" y="88014"/>
            <a:ext cx="448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6552-D211-4D34-862F-65A44D0D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371"/>
            <a:ext cx="5684520" cy="872005"/>
          </a:xfrm>
        </p:spPr>
        <p:txBody>
          <a:bodyPr>
            <a:normAutofit fontScale="90000"/>
          </a:bodyPr>
          <a:lstStyle/>
          <a:p>
            <a:r>
              <a:rPr lang="en-US" sz="4800" b="1" i="0" dirty="0">
                <a:effectLst/>
                <a:latin typeface="quote-cjk-patch"/>
              </a:rPr>
              <a:t>Implemented Features</a:t>
            </a:r>
            <a:endParaRPr lang="en-US" sz="48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BBB127D-37D5-4059-805F-52F79000CE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38199" y="1479176"/>
            <a:ext cx="7400365" cy="4760259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quote-cjk-patch"/>
              </a:rPr>
              <a:t>Graph-Based Navigation System</a:t>
            </a:r>
            <a:r>
              <a:rPr lang="en-US" sz="2400" b="0" i="0" dirty="0">
                <a:effectLst/>
                <a:latin typeface="quote-cjk-patch"/>
              </a:rPr>
              <a:t> with </a:t>
            </a:r>
            <a:r>
              <a:rPr lang="en-US" sz="2400">
                <a:latin typeface="quote-cjk-patch"/>
              </a:rPr>
              <a:t>single mode</a:t>
            </a:r>
            <a:r>
              <a:rPr lang="en-US" sz="2400" b="0" i="0">
                <a:effectLst/>
                <a:latin typeface="quote-cjk-patch"/>
              </a:rPr>
              <a:t> </a:t>
            </a:r>
            <a:r>
              <a:rPr lang="en-US" sz="2400" b="0" i="0" dirty="0">
                <a:effectLst/>
                <a:latin typeface="quote-cjk-patch"/>
              </a:rPr>
              <a:t>transport network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1" dirty="0">
                <a:effectLst/>
                <a:latin typeface="quote-cjk-patch"/>
              </a:rPr>
              <a:t>A Pathfinding</a:t>
            </a:r>
            <a:r>
              <a:rPr lang="en-US" sz="2400" b="1" i="0" dirty="0">
                <a:effectLst/>
                <a:latin typeface="quote-cjk-patch"/>
              </a:rPr>
              <a:t>* </a:t>
            </a:r>
            <a:r>
              <a:rPr lang="en-US" sz="2400" b="0" i="0" dirty="0">
                <a:effectLst/>
                <a:latin typeface="quote-cjk-patch"/>
              </a:rPr>
              <a:t>with heuristic-driven route calculation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quote-cjk-patch"/>
              </a:rPr>
              <a:t>Multi-Criteria Decision Model</a:t>
            </a:r>
            <a:r>
              <a:rPr lang="en-US" sz="2400" b="0" i="0" dirty="0">
                <a:effectLst/>
                <a:latin typeface="quote-cjk-patch"/>
              </a:rPr>
              <a:t> for personalized route ranking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quote-cjk-patch"/>
              </a:rPr>
              <a:t>Interactive CLI</a:t>
            </a:r>
            <a:r>
              <a:rPr lang="en-US" sz="2400" b="0" i="0" dirty="0">
                <a:effectLst/>
                <a:latin typeface="quote-cjk-patch"/>
              </a:rPr>
              <a:t> with map visualization and preference input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quote-cjk-patch"/>
              </a:rPr>
              <a:t>Cost &amp; Time Modeling</a:t>
            </a:r>
            <a:r>
              <a:rPr lang="en-US" sz="2400" b="0" i="0" dirty="0">
                <a:effectLst/>
                <a:latin typeface="quote-cjk-patch"/>
              </a:rPr>
              <a:t> with mode-specific fare and speed logic</a:t>
            </a:r>
          </a:p>
          <a:p>
            <a:pPr marL="0" indent="0" algn="l">
              <a:buNone/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775AA1-AE6B-4425-8825-E20F6EF70DF4}"/>
              </a:ext>
            </a:extLst>
          </p:cNvPr>
          <p:cNvSpPr txBox="1"/>
          <p:nvPr/>
        </p:nvSpPr>
        <p:spPr>
          <a:xfrm>
            <a:off x="11501718" y="71538"/>
            <a:ext cx="412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3291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CA0943F-BB7F-456D-B701-A0E600F5F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443" y="125506"/>
            <a:ext cx="5069541" cy="1146269"/>
          </a:xfrm>
        </p:spPr>
        <p:txBody>
          <a:bodyPr>
            <a:normAutofit/>
          </a:bodyPr>
          <a:lstStyle/>
          <a:p>
            <a:r>
              <a:rPr lang="en-US" sz="4000" dirty="0"/>
              <a:t>Progress So Far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520755-8869-4F6F-8B1B-0BDEE07CD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670" y="1345792"/>
            <a:ext cx="8125959" cy="45250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EC60590-A4A8-4C07-9104-9BC7EDF24A8E}"/>
              </a:ext>
            </a:extLst>
          </p:cNvPr>
          <p:cNvSpPr txBox="1"/>
          <p:nvPr/>
        </p:nvSpPr>
        <p:spPr>
          <a:xfrm>
            <a:off x="11456894" y="206189"/>
            <a:ext cx="48409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2761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CA0943F-BB7F-456D-B701-A0E600F5F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5516" y="0"/>
            <a:ext cx="5069541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Progress So Far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EF1F87-B535-4416-94C6-3ADE3C15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268" y="1211839"/>
            <a:ext cx="8202170" cy="51156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4859E5-D55B-4B81-8D5E-8130F93838D4}"/>
              </a:ext>
            </a:extLst>
          </p:cNvPr>
          <p:cNvSpPr txBox="1"/>
          <p:nvPr/>
        </p:nvSpPr>
        <p:spPr>
          <a:xfrm>
            <a:off x="11492754" y="143435"/>
            <a:ext cx="49305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5250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CA0943F-BB7F-456D-B701-A0E600F5F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696" y="0"/>
            <a:ext cx="5878608" cy="1146269"/>
          </a:xfrm>
        </p:spPr>
        <p:txBody>
          <a:bodyPr>
            <a:normAutofit/>
          </a:bodyPr>
          <a:lstStyle/>
          <a:p>
            <a:r>
              <a:rPr lang="en-US" sz="4000" dirty="0"/>
              <a:t>Progress So Far(Output)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178A6E-7F09-4FB1-AE06-4317C869B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847" y="1209635"/>
            <a:ext cx="8104647" cy="46712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BB8BEE-6B4D-427D-B4F4-1AA11F77DA56}"/>
              </a:ext>
            </a:extLst>
          </p:cNvPr>
          <p:cNvSpPr txBox="1"/>
          <p:nvPr/>
        </p:nvSpPr>
        <p:spPr>
          <a:xfrm>
            <a:off x="11564470" y="107576"/>
            <a:ext cx="51098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90657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CA0943F-BB7F-456D-B701-A0E600F5F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696" y="0"/>
            <a:ext cx="5878608" cy="1146269"/>
          </a:xfrm>
        </p:spPr>
        <p:txBody>
          <a:bodyPr>
            <a:normAutofit/>
          </a:bodyPr>
          <a:lstStyle/>
          <a:p>
            <a:r>
              <a:rPr lang="en-US" sz="4000" dirty="0"/>
              <a:t>Progress So Far(Output)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75086-C231-4302-A0B5-51A16174C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30" y="1265378"/>
            <a:ext cx="8588187" cy="4667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EFA85C-132D-40F7-92A8-8D0B14DD2905}"/>
              </a:ext>
            </a:extLst>
          </p:cNvPr>
          <p:cNvSpPr txBox="1"/>
          <p:nvPr/>
        </p:nvSpPr>
        <p:spPr>
          <a:xfrm>
            <a:off x="11492754" y="152400"/>
            <a:ext cx="48409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0340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954" y="516111"/>
            <a:ext cx="6554482" cy="932329"/>
          </a:xfrm>
        </p:spPr>
        <p:txBody>
          <a:bodyPr>
            <a:normAutofit/>
          </a:bodyPr>
          <a:lstStyle/>
          <a:p>
            <a:r>
              <a:rPr lang="en-US" sz="3600" b="1" i="0" dirty="0">
                <a:effectLst/>
              </a:rPr>
              <a:t>Pending Development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587F-8DFD-4A31-9931-8A346A92D87A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8D5F44-87C8-4F49-9BC0-A801D7FC011C}"/>
              </a:ext>
            </a:extLst>
          </p:cNvPr>
          <p:cNvSpPr/>
          <p:nvPr/>
        </p:nvSpPr>
        <p:spPr>
          <a:xfrm>
            <a:off x="2411506" y="1470212"/>
            <a:ext cx="7673788" cy="34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CD6F37-0D26-4ECB-98C6-656E3761460D}"/>
              </a:ext>
            </a:extLst>
          </p:cNvPr>
          <p:cNvSpPr txBox="1"/>
          <p:nvPr/>
        </p:nvSpPr>
        <p:spPr>
          <a:xfrm>
            <a:off x="2608728" y="1990163"/>
            <a:ext cx="8668871" cy="33239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600" b="1" i="0" dirty="0">
                <a:solidFill>
                  <a:schemeClr val="bg1"/>
                </a:solidFill>
                <a:effectLst/>
                <a:latin typeface="quote-cjk-patch"/>
              </a:rPr>
              <a:t>Multimodal Route Synthesis</a:t>
            </a:r>
            <a:r>
              <a:rPr lang="en-US" sz="2600" b="0" i="0" dirty="0">
                <a:solidFill>
                  <a:schemeClr val="bg1"/>
                </a:solidFill>
                <a:effectLst/>
                <a:latin typeface="quote-cjk-patch"/>
              </a:rPr>
              <a:t> – For combining multiple transport modes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600" b="1" i="0" dirty="0">
                <a:solidFill>
                  <a:schemeClr val="bg1"/>
                </a:solidFill>
                <a:effectLst/>
                <a:latin typeface="quote-cjk-patch"/>
              </a:rPr>
              <a:t>Transfer Optimization</a:t>
            </a:r>
            <a:r>
              <a:rPr lang="en-US" sz="2600" b="0" i="0" dirty="0">
                <a:solidFill>
                  <a:schemeClr val="bg1"/>
                </a:solidFill>
                <a:effectLst/>
                <a:latin typeface="quote-cjk-patch"/>
              </a:rPr>
              <a:t> – To detect best switching points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600" b="1" i="0" dirty="0">
                <a:solidFill>
                  <a:schemeClr val="bg1"/>
                </a:solidFill>
                <a:effectLst/>
                <a:latin typeface="quote-cjk-patch"/>
              </a:rPr>
              <a:t>OpenStreetMap Integration</a:t>
            </a:r>
            <a:r>
              <a:rPr lang="en-US" sz="2600" b="0" i="0" dirty="0">
                <a:solidFill>
                  <a:schemeClr val="bg1"/>
                </a:solidFill>
                <a:effectLst/>
                <a:latin typeface="quote-cjk-patch"/>
              </a:rPr>
              <a:t> – To import real map data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600" b="1" i="0" dirty="0">
                <a:solidFill>
                  <a:schemeClr val="bg1"/>
                </a:solidFill>
                <a:effectLst/>
                <a:latin typeface="quote-cjk-patch"/>
              </a:rPr>
              <a:t>Traffic Simulation</a:t>
            </a:r>
            <a:r>
              <a:rPr lang="en-US" sz="2600" b="0" i="0" dirty="0">
                <a:solidFill>
                  <a:schemeClr val="bg1"/>
                </a:solidFill>
                <a:effectLst/>
                <a:latin typeface="quote-cjk-patch"/>
              </a:rPr>
              <a:t> – Adding dynamic congestion modeling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600" b="1" i="0" dirty="0">
                <a:solidFill>
                  <a:schemeClr val="bg1"/>
                </a:solidFill>
                <a:effectLst/>
                <a:latin typeface="quote-cjk-patch"/>
              </a:rPr>
              <a:t>Extended Modes</a:t>
            </a:r>
            <a:r>
              <a:rPr lang="en-US" sz="2600" b="0" i="0" dirty="0">
                <a:solidFill>
                  <a:schemeClr val="bg1"/>
                </a:solidFill>
                <a:effectLst/>
                <a:latin typeface="quote-cjk-patch"/>
              </a:rPr>
              <a:t> – Adding bike and metro networks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600" b="1" i="0" dirty="0">
                <a:solidFill>
                  <a:schemeClr val="bg1"/>
                </a:solidFill>
                <a:effectLst/>
                <a:latin typeface="quote-cjk-patch"/>
              </a:rPr>
              <a:t>Visualization &amp; Scaling</a:t>
            </a:r>
            <a:r>
              <a:rPr lang="en-US" sz="2600" b="0" i="0" dirty="0">
                <a:solidFill>
                  <a:schemeClr val="bg1"/>
                </a:solidFill>
                <a:effectLst/>
                <a:latin typeface="quote-cjk-patch"/>
              </a:rPr>
              <a:t> – GUI and large-network support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F72B4D-79A6-4A2F-B2D7-96A711518C75}"/>
              </a:ext>
            </a:extLst>
          </p:cNvPr>
          <p:cNvSpPr txBox="1"/>
          <p:nvPr/>
        </p:nvSpPr>
        <p:spPr>
          <a:xfrm>
            <a:off x="11277599" y="146779"/>
            <a:ext cx="66338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791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76212" y="0"/>
            <a:ext cx="573742" cy="690717"/>
          </a:xfrm>
        </p:spPr>
        <p:txBody>
          <a:bodyPr>
            <a:normAutofit/>
          </a:bodyPr>
          <a:lstStyle/>
          <a:p>
            <a:r>
              <a:rPr lang="en-US" sz="28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 Block Orientation_tm03460514_LW_v2" id="{9A2976D9-D6A2-4C72-AA54-D6D4585DC826}" vid="{E979CFFE-0E1D-4C6F-8738-47AC19B539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Props1.xml><?xml version="1.0" encoding="utf-8"?>
<ds:datastoreItem xmlns:ds="http://schemas.openxmlformats.org/officeDocument/2006/customXml" ds:itemID="{E62A4A0A-D2F4-4D0A-B8F3-A5181C4DEB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Employee orientation presentation</Template>
  <TotalTime>185</TotalTime>
  <Words>365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quote-cjk-patch</vt:lpstr>
      <vt:lpstr>Skeena</vt:lpstr>
      <vt:lpstr>Times New Roman</vt:lpstr>
      <vt:lpstr>Wingdings</vt:lpstr>
      <vt:lpstr>Custom</vt:lpstr>
      <vt:lpstr>SMART MULTI-HEURISTIC NAVIGATION SYSTEM</vt:lpstr>
      <vt:lpstr>Project Overview</vt:lpstr>
      <vt:lpstr> Algorithms/Methods </vt:lpstr>
      <vt:lpstr>Language &amp; Tools</vt:lpstr>
      <vt:lpstr>Implemented Features</vt:lpstr>
      <vt:lpstr>Progress So Far</vt:lpstr>
      <vt:lpstr>Progress So Far</vt:lpstr>
      <vt:lpstr>Progress So Far(Output)</vt:lpstr>
      <vt:lpstr>Progress So Far(Output)</vt:lpstr>
      <vt:lpstr>Pending Development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MULTI-HEURISTIC NAVIGATION SYSTEM</dc:title>
  <dc:creator>Jinnia Sultana</dc:creator>
  <cp:lastModifiedBy>Jinnia Sultana</cp:lastModifiedBy>
  <cp:revision>2</cp:revision>
  <dcterms:created xsi:type="dcterms:W3CDTF">2026-01-14T18:49:16Z</dcterms:created>
  <dcterms:modified xsi:type="dcterms:W3CDTF">2026-01-15T04:43:40Z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